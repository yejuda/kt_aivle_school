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89AD3-4D6F-486A-9592-6AF6E9F6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93802B-1D16-4D12-85AF-83072CF2D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C1242-A840-4594-9A67-3F39D6C7ED5E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E6D7FA-641E-4089-BF1B-8F6C7E35B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B3BA8B-906F-4959-A964-BF33DC0D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62279-3F7E-4D6D-9E19-D6F2A5C5B5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131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22CDC91-B68A-4809-89F6-DDCF275E6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B709EE-0B7F-40B7-AA71-3CDC5751B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723D9B-838F-4C1E-92C1-0EA85CF5F6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C1242-A840-4594-9A67-3F39D6C7ED5E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17B39B-24BF-4DFE-B2BE-93F56DA59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BB607F-EC0A-4DB6-BEB3-EA895BBC4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62279-3F7E-4D6D-9E19-D6F2A5C5B5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68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464C4A1-0C40-4B35-AFBF-E8248E807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F3D6A8-7B0B-41CD-AD18-454286FA88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30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F759BF4-E644-42A6-AAE8-674C515D5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개요</a:t>
            </a: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_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프로젝트 목적</a:t>
            </a:r>
            <a:endParaRPr lang="ko-KR" altLang="en-US"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chemeClr val="tx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7CC9027-5FEB-4980-83D0-F93B2E77B1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3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B98EDD6-45DB-4839-B44B-DE0CE4B0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개요</a:t>
            </a: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_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프로젝트 과정</a:t>
            </a:r>
            <a:endParaRPr lang="ko-KR" altLang="en-US"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9B4AAEA-C228-49BE-927E-3766D032E0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272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AF9DC3FF-6860-4EE4-A042-DF8EABFF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035CF5-8D04-4481-AD01-3E575FDAC2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19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7CCD585-DD96-4AAB-8034-1E9AC7DF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1. 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기초통계</a:t>
            </a:r>
            <a:endParaRPr lang="ko-KR" altLang="en-US"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FE7DA6-117F-47D7-A8D9-AE5777333E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8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4F76EBA-54D6-4F2B-AC29-8D8A6DCE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93279C-3287-4ECF-8303-74E1351B58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13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AD6C00B-3966-4853-AAFE-F35D599BC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2. 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전처리 및 분석 </a:t>
            </a: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(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공통</a:t>
            </a: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)</a:t>
            </a:r>
            <a:endParaRPr lang="ko-KR" altLang="en-US"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04AF026-C5C9-4D01-8D7C-C9698804D1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02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491D2800-C0A6-4E02-988A-4AF855B6A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2. 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전처리 및 분석  </a:t>
            </a:r>
            <a:endParaRPr lang="ko-KR" altLang="en-US"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0BAA76-C29D-4243-88C6-F4B821D48E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424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4F11C50F-5FC9-4C3F-82CD-348CB6A7D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2. 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전처리 및 분석 </a:t>
            </a: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(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특이사항</a:t>
            </a: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)</a:t>
            </a:r>
            <a:b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</a:br>
            <a:endParaRPr lang="ko-KR" altLang="en-US"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712758-EC8F-4E7B-93FC-F273DF8D17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62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14D412B-4178-4084-9A3E-F2069BA7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2. 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이변량분석</a:t>
            </a: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_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인사이트</a:t>
            </a:r>
            <a:endParaRPr lang="ko-KR" altLang="en-US"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ACD10C9-FB17-460B-9191-F943AD4514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567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CDB05C2-BE0B-4697-B1A7-419F61A8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2. 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이변량분석</a:t>
            </a: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_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인사이트</a:t>
            </a:r>
            <a:endParaRPr lang="ko-KR" altLang="en-US"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701D814-0E40-4C47-9197-23BB48BBB08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92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49F3AB8-6F07-4616-AAF9-FA018AB76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2. 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이변량분석</a:t>
            </a: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_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인사이트</a:t>
            </a:r>
            <a:endParaRPr lang="ko-KR" altLang="en-US"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9ED4DE5-D360-40A3-81AD-ED45CB7B1E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712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A4CC3399-45D2-41E1-B4AC-34E04E4CC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2. 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데이터 처리 및 분석</a:t>
            </a: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_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가설설정</a:t>
            </a:r>
            <a:endParaRPr lang="ko-KR" altLang="en-US"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16AD40-C70A-4D97-87C6-C5F16DE83D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84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0BA188A-D7B1-4261-B952-AD8F30142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058E63-C66D-4FE9-9E9B-485760FEB5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169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F8B65B8-D7E4-49F4-9C88-A452C57A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3. 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모델 후보 선정</a:t>
            </a:r>
            <a:endParaRPr lang="ko-KR" altLang="en-US"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4DCBBFD-A70B-4AC7-AE79-45CD2863EC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74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0265143-7A4C-4823-8D37-01397848D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3. 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모델 튜닝 및 최종 모델 선정</a:t>
            </a:r>
            <a:endParaRPr lang="ko-KR" altLang="en-US"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2FCA6D-8E36-4932-9C89-4354347F41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957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7B47163-F5AD-44FA-892F-2A25CE773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3. </a:t>
            </a: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최종 모델 기반의 예측차량수 결과</a:t>
            </a:r>
            <a:endParaRPr lang="ko-KR" altLang="en-US"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ACA940-33BA-4F79-9B29-58D9C22485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97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AEA9B87-E031-4997-AF2F-EB04BB65D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28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Arial"/>
                <a:sym typeface="Arial"/>
              </a:rPr>
              <a:t>결론</a:t>
            </a:r>
            <a:endParaRPr lang="ko-KR" altLang="en-US"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7A501F-C66B-4762-80E8-3148705BA6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49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B875307-AA6E-4FE0-8D71-94E405437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5EEE69-2536-4D22-8FAA-0FDABCBAED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1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와이드스크린</PresentationFormat>
  <Paragraphs>14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Malgun Gothic</vt:lpstr>
      <vt:lpstr>배달의민족 도현</vt:lpstr>
      <vt:lpstr>Arial</vt:lpstr>
      <vt:lpstr>Office 테마</vt:lpstr>
      <vt:lpstr>PowerPoint 프레젠테이션</vt:lpstr>
      <vt:lpstr>개요_프로젝트 목적</vt:lpstr>
      <vt:lpstr>개요_프로젝트 과정</vt:lpstr>
      <vt:lpstr>PowerPoint 프레젠테이션</vt:lpstr>
      <vt:lpstr>1. 기초통계</vt:lpstr>
      <vt:lpstr>PowerPoint 프레젠테이션</vt:lpstr>
      <vt:lpstr>2. 전처리 및 분석 (공통)</vt:lpstr>
      <vt:lpstr>2. 전처리 및 분석  </vt:lpstr>
      <vt:lpstr>2. 전처리 및 분석 (특이사항) </vt:lpstr>
      <vt:lpstr>2. 이변량분석_인사이트</vt:lpstr>
      <vt:lpstr>2. 이변량분석_인사이트</vt:lpstr>
      <vt:lpstr>2. 이변량분석_인사이트</vt:lpstr>
      <vt:lpstr>2. 데이터 처리 및 분석_가설설정</vt:lpstr>
      <vt:lpstr>PowerPoint 프레젠테이션</vt:lpstr>
      <vt:lpstr>3. 모델 후보 선정</vt:lpstr>
      <vt:lpstr>3. 모델 튜닝 및 최종 모델 선정</vt:lpstr>
      <vt:lpstr>3. 최종 모델 기반의 예측차량수 결과</vt:lpstr>
      <vt:lpstr>결론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민예진</dc:creator>
  <cp:lastModifiedBy>민예진</cp:lastModifiedBy>
  <cp:revision>1</cp:revision>
  <dcterms:created xsi:type="dcterms:W3CDTF">2024-10-08T06:20:13Z</dcterms:created>
  <dcterms:modified xsi:type="dcterms:W3CDTF">2024-10-08T06:20:41Z</dcterms:modified>
</cp:coreProperties>
</file>