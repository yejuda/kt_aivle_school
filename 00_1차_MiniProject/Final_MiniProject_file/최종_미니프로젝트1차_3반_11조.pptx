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29"/>
  </p:notesMasterIdLst>
  <p:sldIdLst>
    <p:sldId id="256" r:id="rId5"/>
    <p:sldId id="278" r:id="rId6"/>
    <p:sldId id="275" r:id="rId7"/>
    <p:sldId id="279" r:id="rId8"/>
    <p:sldId id="280" r:id="rId9"/>
    <p:sldId id="282" r:id="rId10"/>
    <p:sldId id="281" r:id="rId11"/>
    <p:sldId id="276" r:id="rId12"/>
    <p:sldId id="289" r:id="rId13"/>
    <p:sldId id="290" r:id="rId14"/>
    <p:sldId id="291" r:id="rId15"/>
    <p:sldId id="292" r:id="rId16"/>
    <p:sldId id="293" r:id="rId17"/>
    <p:sldId id="294" r:id="rId18"/>
    <p:sldId id="283" r:id="rId19"/>
    <p:sldId id="284" r:id="rId20"/>
    <p:sldId id="285" r:id="rId21"/>
    <p:sldId id="286" r:id="rId22"/>
    <p:sldId id="287" r:id="rId23"/>
    <p:sldId id="288" r:id="rId24"/>
    <p:sldId id="295" r:id="rId25"/>
    <p:sldId id="296" r:id="rId26"/>
    <p:sldId id="297" r:id="rId27"/>
    <p:sldId id="273" r:id="rId28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최찬" initials="최" lastIdx="1" clrIdx="0">
    <p:extLst>
      <p:ext uri="{19B8F6BF-5375-455C-9EA6-DF929625EA0E}">
        <p15:presenceInfo xmlns:p15="http://schemas.microsoft.com/office/powerpoint/2012/main" userId="S::a061168@aivle.kt.co.kr::24a5aa25-81ca-4ab9-8899-0fbd2c9a1f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0EF"/>
    <a:srgbClr val="61D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229" y="82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장래" userId="fb2bc971-015e-4ef0-b0c0-69c044568fc3" providerId="ADAL" clId="{627AC6AA-510E-4430-8035-299E351B48CA}"/>
    <pc:docChg chg="undo redo custSel modSld">
      <pc:chgData name="이장래" userId="fb2bc971-015e-4ef0-b0c0-69c044568fc3" providerId="ADAL" clId="{627AC6AA-510E-4430-8035-299E351B48CA}" dt="2024-09-18T03:47:46.352" v="91" actId="14861"/>
      <pc:docMkLst>
        <pc:docMk/>
      </pc:docMkLst>
      <pc:sldChg chg="modSp mod">
        <pc:chgData name="이장래" userId="fb2bc971-015e-4ef0-b0c0-69c044568fc3" providerId="ADAL" clId="{627AC6AA-510E-4430-8035-299E351B48CA}" dt="2024-09-18T03:47:46.352" v="91" actId="14861"/>
        <pc:sldMkLst>
          <pc:docMk/>
          <pc:sldMk cId="0" sldId="256"/>
        </pc:sldMkLst>
        <pc:spChg chg="mod">
          <ac:chgData name="이장래" userId="fb2bc971-015e-4ef0-b0c0-69c044568fc3" providerId="ADAL" clId="{627AC6AA-510E-4430-8035-299E351B48CA}" dt="2024-09-18T03:47:46.352" v="91" actId="14861"/>
          <ac:spMkLst>
            <pc:docMk/>
            <pc:sldMk cId="0" sldId="256"/>
            <ac:spMk id="7" creationId="{85D0979E-E38B-4919-8A06-F0048AA550BC}"/>
          </ac:spMkLst>
        </pc:spChg>
      </pc:sldChg>
      <pc:sldChg chg="addSp modSp mod">
        <pc:chgData name="이장래" userId="fb2bc971-015e-4ef0-b0c0-69c044568fc3" providerId="ADAL" clId="{627AC6AA-510E-4430-8035-299E351B48CA}" dt="2024-09-18T03:46:42.473" v="75" actId="6549"/>
        <pc:sldMkLst>
          <pc:docMk/>
          <pc:sldMk cId="0" sldId="257"/>
        </pc:sldMkLst>
        <pc:spChg chg="mod">
          <ac:chgData name="이장래" userId="fb2bc971-015e-4ef0-b0c0-69c044568fc3" providerId="ADAL" clId="{627AC6AA-510E-4430-8035-299E351B48CA}" dt="2024-09-18T03:46:42.473" v="75" actId="6549"/>
          <ac:spMkLst>
            <pc:docMk/>
            <pc:sldMk cId="0" sldId="257"/>
            <ac:spMk id="4" creationId="{DC62F9B3-B00E-9EBD-3B77-3C06E111F250}"/>
          </ac:spMkLst>
        </pc:spChg>
        <pc:spChg chg="add mod">
          <ac:chgData name="이장래" userId="fb2bc971-015e-4ef0-b0c0-69c044568fc3" providerId="ADAL" clId="{627AC6AA-510E-4430-8035-299E351B48CA}" dt="2024-09-18T03:43:59.120" v="6"/>
          <ac:spMkLst>
            <pc:docMk/>
            <pc:sldMk cId="0" sldId="257"/>
            <ac:spMk id="5" creationId="{760EC4F2-27FB-36C5-1191-6AAFAD64951B}"/>
          </ac:spMkLst>
        </pc:spChg>
      </pc:sldChg>
      <pc:sldChg chg="addSp delSp modSp mod">
        <pc:chgData name="이장래" userId="fb2bc971-015e-4ef0-b0c0-69c044568fc3" providerId="ADAL" clId="{627AC6AA-510E-4430-8035-299E351B48CA}" dt="2024-09-18T03:45:39.835" v="28" actId="6549"/>
        <pc:sldMkLst>
          <pc:docMk/>
          <pc:sldMk cId="1484771753" sldId="274"/>
        </pc:sldMkLst>
        <pc:spChg chg="add mod">
          <ac:chgData name="이장래" userId="fb2bc971-015e-4ef0-b0c0-69c044568fc3" providerId="ADAL" clId="{627AC6AA-510E-4430-8035-299E351B48CA}" dt="2024-09-18T03:45:37.175" v="25" actId="6549"/>
          <ac:spMkLst>
            <pc:docMk/>
            <pc:sldMk cId="1484771753" sldId="274"/>
            <ac:spMk id="4" creationId="{34AA4861-651F-977B-66EF-2DF6357D2A29}"/>
          </ac:spMkLst>
        </pc:spChg>
        <pc:spChg chg="del mod">
          <ac:chgData name="이장래" userId="fb2bc971-015e-4ef0-b0c0-69c044568fc3" providerId="ADAL" clId="{627AC6AA-510E-4430-8035-299E351B48CA}" dt="2024-09-18T03:45:38.072" v="27"/>
          <ac:spMkLst>
            <pc:docMk/>
            <pc:sldMk cId="1484771753" sldId="274"/>
            <ac:spMk id="6" creationId="{76C6DCAB-BEBB-49E0-ABF8-AD20419CF8A2}"/>
          </ac:spMkLst>
        </pc:spChg>
        <pc:spChg chg="mod">
          <ac:chgData name="이장래" userId="fb2bc971-015e-4ef0-b0c0-69c044568fc3" providerId="ADAL" clId="{627AC6AA-510E-4430-8035-299E351B48CA}" dt="2024-09-18T03:45:39.835" v="28" actId="6549"/>
          <ac:spMkLst>
            <pc:docMk/>
            <pc:sldMk cId="1484771753" sldId="274"/>
            <ac:spMk id="57" creationId="{00000000-0000-0000-0000-000000000000}"/>
          </ac:spMkLst>
        </pc:spChg>
      </pc:sldChg>
      <pc:sldChg chg="addSp modSp mod">
        <pc:chgData name="이장래" userId="fb2bc971-015e-4ef0-b0c0-69c044568fc3" providerId="ADAL" clId="{627AC6AA-510E-4430-8035-299E351B48CA}" dt="2024-09-18T03:45:58.960" v="29"/>
        <pc:sldMkLst>
          <pc:docMk/>
          <pc:sldMk cId="3115352301" sldId="275"/>
        </pc:sldMkLst>
        <pc:spChg chg="add mod">
          <ac:chgData name="이장래" userId="fb2bc971-015e-4ef0-b0c0-69c044568fc3" providerId="ADAL" clId="{627AC6AA-510E-4430-8035-299E351B48CA}" dt="2024-09-18T03:45:58.960" v="29"/>
          <ac:spMkLst>
            <pc:docMk/>
            <pc:sldMk cId="3115352301" sldId="275"/>
            <ac:spMk id="8" creationId="{868DB80F-E7AA-65C8-2A2F-70F42E6FDB9F}"/>
          </ac:spMkLst>
        </pc:spChg>
      </pc:sldChg>
      <pc:sldChg chg="addSp delSp modSp mod chgLayout">
        <pc:chgData name="이장래" userId="fb2bc971-015e-4ef0-b0c0-69c044568fc3" providerId="ADAL" clId="{627AC6AA-510E-4430-8035-299E351B48CA}" dt="2024-09-18T03:46:34.197" v="71" actId="20577"/>
        <pc:sldMkLst>
          <pc:docMk/>
          <pc:sldMk cId="4068530565" sldId="276"/>
        </pc:sldMkLst>
        <pc:spChg chg="del mod ord">
          <ac:chgData name="이장래" userId="fb2bc971-015e-4ef0-b0c0-69c044568fc3" providerId="ADAL" clId="{627AC6AA-510E-4430-8035-299E351B48CA}" dt="2024-09-18T03:46:24.043" v="34" actId="478"/>
          <ac:spMkLst>
            <pc:docMk/>
            <pc:sldMk cId="4068530565" sldId="276"/>
            <ac:spMk id="8" creationId="{F64E441A-1009-9FB7-5C8A-203719C6E675}"/>
          </ac:spMkLst>
        </pc:spChg>
        <pc:spChg chg="mod">
          <ac:chgData name="이장래" userId="fb2bc971-015e-4ef0-b0c0-69c044568fc3" providerId="ADAL" clId="{627AC6AA-510E-4430-8035-299E351B48CA}" dt="2024-09-18T03:46:34.197" v="71" actId="20577"/>
          <ac:spMkLst>
            <pc:docMk/>
            <pc:sldMk cId="4068530565" sldId="276"/>
            <ac:spMk id="9" creationId="{B2334028-2F9B-8D5E-ABE7-25D9EF17637F}"/>
          </ac:spMkLst>
        </pc:spChg>
        <pc:spChg chg="add del mod">
          <ac:chgData name="이장래" userId="fb2bc971-015e-4ef0-b0c0-69c044568fc3" providerId="ADAL" clId="{627AC6AA-510E-4430-8035-299E351B48CA}" dt="2024-09-18T03:46:20.708" v="33" actId="6264"/>
          <ac:spMkLst>
            <pc:docMk/>
            <pc:sldMk cId="4068530565" sldId="276"/>
            <ac:spMk id="10" creationId="{EB528D09-E918-F22A-8815-B1DDD510A0A4}"/>
          </ac:spMkLst>
        </pc:spChg>
        <pc:spChg chg="add del mod">
          <ac:chgData name="이장래" userId="fb2bc971-015e-4ef0-b0c0-69c044568fc3" providerId="ADAL" clId="{627AC6AA-510E-4430-8035-299E351B48CA}" dt="2024-09-18T03:46:20.708" v="33" actId="6264"/>
          <ac:spMkLst>
            <pc:docMk/>
            <pc:sldMk cId="4068530565" sldId="276"/>
            <ac:spMk id="11" creationId="{CF33DCD8-175B-3FB3-ED2F-33199229DF77}"/>
          </ac:spMkLst>
        </pc:spChg>
        <pc:spChg chg="add mod">
          <ac:chgData name="이장래" userId="fb2bc971-015e-4ef0-b0c0-69c044568fc3" providerId="ADAL" clId="{627AC6AA-510E-4430-8035-299E351B48CA}" dt="2024-09-18T03:46:24.043" v="34" actId="478"/>
          <ac:spMkLst>
            <pc:docMk/>
            <pc:sldMk cId="4068530565" sldId="276"/>
            <ac:spMk id="13" creationId="{4C65CB7A-CF13-B222-6B87-2F1A64744440}"/>
          </ac:spMkLst>
        </pc:spChg>
        <pc:spChg chg="mod ord">
          <ac:chgData name="이장래" userId="fb2bc971-015e-4ef0-b0c0-69c044568fc3" providerId="ADAL" clId="{627AC6AA-510E-4430-8035-299E351B48CA}" dt="2024-09-18T03:46:20.708" v="33" actId="6264"/>
          <ac:spMkLst>
            <pc:docMk/>
            <pc:sldMk cId="4068530565" sldId="276"/>
            <ac:spMk id="57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5T15:28:08.689" idx="1">
    <p:pos x="5168" y="1067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5:10.0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2152 5821 0,'0'0'0,"53"0"31,-36 0-15,1 0 0,0 0-1,17 0 1,0 0-1,1 0 1,34 17 0,18-17-1,-52 0 1,17 0 0,-36 0 15,54 0-16,-54 0 1,19 0 0,-1 0-1,0 0 1,-17 0-16,35 0 31,-18 0-15,18 0-1,-18 0 1,36 0 0,-36 0-1,0 0 1,-17 0 0,0 0 15,35 0-16,-18 0 1,0 0 0,0 0-1,1 0 1,-19 0 0,1 0-1,0 0 16,-1 0 1,1 0-32,-1 0 15,1 0 1,17 0 0,-17 0-1,0 0 16,17 0-31,-17 0 16,-1 0 0,19 0 77,-19 0-30,1 0-32,-1 0-15,1 0 46,0 0-62,-1 0 16,1 0 78,0 0 46,-1 0-108,1 0-32,0 0 312,-1 0-78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5:11.2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2028 5821 0,'-17'0'16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5:14.64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2028 5803 0,'18'0'109,"17"0"-93,-17 0-1,17 0 1,-35 18-16,36-18 16,-19 17-1,1-17 1,-1 0 15,36 0-31,-35 0 31,0 0 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5:19.34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2011 6244 0,'35'0'125,"-17"0"-125,17 0 16,18 0-16,0 0 15,17 0 17,-17 0-17,0 0 1,-35 0-16,0 0 16,-1 0-1,18 0 1,-17 0-1,17 0 1,-17 0 0,17 0-1,1 0 1,16 0 0,-34 0-1,35 0 16,-35 0-31,17 0 32,0 0-17,53 0 1,-70 0 0,17 0-1,-17 0 1,0 0-1,17 0 1,-17 0 0,17 0-1,35 0 32,-17 0 0,0 0-16,18 0 16,-36 0-31,-17 0-1,17 0 1,-17 0 0,-1 0-16,18 0 15,-17 0 1,0 0 15,-1 0-15,36 0-1,-35 0 1,0 0 15,-1 0-15,1 0 0,0 0-1,34 0 1,-34 0-1,0 0 1,-1 0 0,1 0 15,0 0-15,-1 0 140,1 0-141,0 0 1,-1 0 93,1 0-93,-1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5:24.2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2522 8378 0,'18'0'31,"0"0"1,17 0 15,-17 0-32,17 0 1,-18 0-1,19 0 1,17 0 0,-36 0-1,1 0 1,0 0 0,-1 0 15,-17 18-31,35-18 15,1 0 1,17 18 0,-36-18 15,1 0-31,17 0 47,-17 0-16,0 0-31,17 0 31,0 0 1,0 0-17,-17 0 1,17 0 15,-17 0-15,0 0-1,-1 0 1,36 0 0,-35 0-1,17 0 1,-17 0-1,-1 0 1,1 0 15,17 0-15,-17 17 0,-1-17-1,1 0-15,0 0 16,-1 18 15,19-18-15,-19 0 15,19 0-15,-1 0-1,-17 0 1,-1 0-1,1 0 1,-1 0 0,1 0-1,0 0 32,-1 0 31,1 0-62,0 0 31,17 0-32,-17 0 1,-1 0 0,1 0 31,-1 0-32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31.8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5362 14340 0,'18'0'63,"-1"0"-47,1 0-1,0 18 1,-1-18 46,1 0-46,0 0 31,-1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32.9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5345 14552 0,'17'0'47,"1"0"-31,-1 0 0,1 0-1,17 0 1,1 0-1,-19 0 1,1 0 15,-18 18-15,18-18 0,-1 0-1,1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34.5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5380 14870 0,'17'0'78,"1"0"-78,0 0 32,-1 17-17,1-17 1,0 0 0,-1 0-1,1 0 32,0 0-31,-1 0-1,19 0 1,-36 18 31,17-18-32,1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35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5380 14323 0,'17'0'31,"1"0"-31,0 0 15,-1 0 1,19 0 0,-19 0-1,1 0 17,0 0-17,-1 0-15,1 0 47,0 0 0,-1 0 0,1 0-16,-1 0 157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37.29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5380 14623 0,'17'0'62,"1"0"-46,0 0 0,-1 0-1,1 0 1,0 17-1,-1-17 1,1 0 0,0 0 15,-1 0-15,1 0-1,0 0 1,-1 0 93,1 0-93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38.4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5362 14905 0,'18'0'125,"-1"0"-109,1 0-16,0 0 15,-1 0-15,1 0 16,0 0-16,17 0 16,0 0-1,1 0 1,-1 0-1,-18 0 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41.8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6368 14358 0,'0'18'78,"0"-1"-62,0 89 0,0 0-1,0 53 17,0-53-17,0-18 1,0-53-16,0 36 15,0-18 1,0-36 0,0 36-1,0 0 1,0 18 0,0-54 15,0 1-16,0-1 1,0 1 15,0 0 32,17-18-48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43.7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6297 14235 0,'0'17'62,"0"1"-46,0 35-16,0 70 47,0-35-31,0-17-1,0 0 1,0-1-1,0-17 1,0 0 0,0-18-1,0 18 17,0 0-17,0-18 1,0 36-1,0-36 1,0 36 0,0-18-1,0 0 1,0-1 0,0-16-1,0-1 1,0-17-1,0 17 1,0-17 0,0 34-1,0 1 17,0-17-17,18-36 266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45.3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6438 14270 0,'0'35'16,"0"-17"-1,0-1 1,0 54 15,0 52 0,-17-17 16,17-35-31,0-18 0,0 17-1,0 1 1,0-36-1,0 18 1,0-18 0,0 1-16,0 17 31,0-18-15,0 18-1,0-36 1,0 19-1,0 17 1,0 17 0,0 1-1,17-18 1,-17-18 0,0 0-1,0 36 32,0-54-16,0 1-31,0 0 32,18-1-32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46.8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6227 14235 0,'0'17'78,"0"18"-62,0-17-1,0 0-15,0 35 16,0 17 0,0-17 15,0-35-16,17 17-15,-17-17 16,0-1 0,0 19-1,0 34 1,18-17 0,-1 35-1,-17-52 1,0-19-1,0 18 1,0 36 0,0-36-1,0 18 17,0 0-17,0-18 1,0 1-1,0-19 1,0 36 0,0-17-1,0-1 1,0-18 0,0 1-1,0 17 1,0-17 15,0 0-15,0 35 31,0-18-16,0-18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48.9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6262 14358 0,'0'18'15,"0"35"17,0 0-1,0 17 0,0 36 16,0-88-47,0 17 16,0 0-1,0-17-15,0-1 16,0 19-1,0 17 1,0-1 0,17 37-1,-17 34 1,18-35 0,-18-35 15,0-17-16,0-19 1,18 18 0,-1 1-1,-17 17 1,0-18 0,0-17-1,0 34 1,0-34-1,0 0 1,0 17 0,0-17-1,0-1 17,0 1-1,0 0 31,-17-1-46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50.8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6262 14658 0,'0'18'16,"17"-1"-1,-17 1 32,0-1-31,0 1-16,0 0 15,0-1-15,0 1 16,0 0 15,0-1-15,0 19-1,0-1 1,0-18 0,0 36-1,0-35 1,0 17 0,0 1-1,0 17 1,0-36-1,0 1 1,0 35 0,0-18-1,0 0 17,0 18-32,18-18 31,-18-17-16,0 35 1,0-18 0,18 1-1,-18-1 1,0 0 0,17-17 15,-17-1-16,0 1 1,0 17 0,0-17 15,0 0-15,0-1-16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54.0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6244 14393 0,'0'36'46,"0"-19"-30,0 1-16,0 0 16,0-1-1,0 1 1,0-1 0,0 19 15,0-19-31,0 19 15,0-1 1,0-17 0,0-1-1,0 18 1,0 1 15,0-19-15,0 1-16,0 0 15,0 17 1,0 0 15,0-17-15,0-1 0,0 19-1,0-19 16,0 1-15,0 17 0,0 1-1,0-19 1,0 1 0,0 0-16,0 17 31,0-18-16,0 1-15,0 17 16,0 1 0,0-1-1,0-17 17,0 17-17,0-18 16,0 1-15,0 17 0,0-17-1,0 0-15,0-1 32,0 1-17,0 0 1,0-1-1,0 1 17,0-1-17,0 1 17,0 0-17,0-1-15,0 1 31,0 0-15,0-1 0,0 1-1,0 0 1,0-1 0,0 1-1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6491 14305 0,'0'18'62,"0"-1"-46,0 125 31,0-125-31,0 18-1,0 18 1,18 18-1,-18-18 1,0 0 0,17 0-1,-17 0 1,0-18 0,0 0-16,0 0 31,0 36-16,0-18 1,0-35 0,0-1-1,0 36 1,0-18 0,-17 1-1,17 17 1,0-18-1,-18 0 1,18-17 0,0-1-1,0 1 1,0 0 0,0 17 15,0-17-16,0 17 1,0 0 0,0-17 15,0-1 16,0 1 0,0 0 46,0-1-93,0 1 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6:58.8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6244 14270 0,'18'0'125,"-1"0"-109,1 0-1,0 17-15,-1-17 32,1 0 61,0 0-30,-1 0-47,1 18-1,0-18 188,-1 0-93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04.28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7285 14534 0,'0'18'125,"0"35"-109,0-35-16,0 35 15,0-1 1,0 37 0,-18-19-1,18 18 1,0 1-1,0-1 1,0-18 0,0 1-1,0-18 1,0-36 46,-17-17-46,17 18 0,0-36 46,0-17-46,-18-18-1,18 18-15,0-53 16,0-18 0,-18 53-1,18 18-15,-17-53 16,17-18 0,-18 53-1,18-18 1,0 36-1,0-18 1,0 18 15,0 17-15,0 1 15,0-1 0,0 36 32,0-1-63,-18 71 16,1 18-1,-1 35 1,18-17-1,0-1 1,0-87 0,0-1 15,0 0-15,0 0-16,0 1 15,0 122 1,0-17-1,0-17 1,0-71 0,18-35-1,-18-36 173,0 0-126,0 1-46,0-1 15,0 0-15,0 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23.5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7144 14340 0,'17'0'110,"1"0"-95,17 0-15,-17 0 16,0 0 0,-1 0 31,1 0-16,-1 0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24.6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7373 14376 0,'0'17'109,"0"1"-109,-18 17 16,18-17-16,-17 35 31,17-18-15,0 0 0,0-17-1,0 0 1,0-1-1,-18 19 17,18 16-1,0-16 0,0 17 0,0 0-15,0-36 15,0 1-31,0 17 32,0-17-17,0-1 1,0 1-1,0 0 1,0 17 0,0 0-1,0-17 1,0-36 62,0 1-62,0-19-16,18 1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25.8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7373 14499 0,'0'35'47,"0"-17"-47,0 0 16,0 17-16,0 0 15,0 1 1,0 16 0,0 1-1,0-17 16,0-19-15,0 19 0,0-19-1,0 18 1,0-17 0,0 0-1,0 35 1,0-18 15,0-17-31,0 17 16,0-17-1,0 17 1,0 18 0,0-36-1,0 54 1,0-53 15,-18 17 0,18-18-31,0 36 16,0-35 0,0 17-1,0-17 1,0 0-1,0-1 1,0 18 0,0 1-1,0-19 1,0 19 0,0-1-1,0-17 16,-17-1-15,17 1 15,0 0-15,0-1 0,0 1-1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26.8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7179 15769 0,'18'0'94,"17"0"-78,-17 0 15,-1 0 32,1 0-32,-1 0 94,1 0 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27.6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7144 15646 0,'17'0'31,"1"0"-15,0 0-1,17 0 1,0 0 0,0 0-1,1 0 1,-19 0 93,-34 0-31,17-18-46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55.3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7973 14358 0,'17'0'109,"1"0"-93,0 0 0,-1 0-1,1 0 1,0 0 31,-1 0-16,1 0-15,0 18-1,-1-18 1,1 0 46,-1 0-46,1 0 31,0 0 0,-1 0-32,-17 17-15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7:58.6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8008 14676 0,'18'0'47,"-18"17"-16,17-17-31,19 0 31,-1 0-15,-17 18 0,-1-18-16,1 0 15,-1 0-15,1 17 16,17-17-1,-17 0 32,0 0-15,-18 18 14,17-18-46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23.0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8026 15028 0,'17'0'47,"1"0"-16,0 0-15,-1 0-16,89 0 31,-71 0 1,-17 0 14,0 0-30,-1 0 31,-34 0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23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8043 15258 0,'18'0'94,"0"0"-63,-1 17-31,1-17 16,0 0-1,-1 18-15,1-18 47,-1 0-31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24.8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8026 15575 0,'17'0'63,"1"0"-48,35 0-15,-18 0 16,0 0-16,1 0 15,-1 0 1,-17 18 0,-1-18-16,1 0 31,0 0-15,-18-18 62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26.0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8079 15399 0,'-18'0'15,"0"0"1,1 0 0,52 0 30,-17 0-30,-1 17 0,1-17-16,0 0 31,-1 0-15,1 0-1,-1 0 1,1 0 15,0 0 0,-1 0-15,1 0 31,-18 18 109,18-18-156,-1 0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27.0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7990 15946 0,'18'17'32,"0"-17"-17,-1 0 1,1 18 0,17-18-1,-17 0 1,17 0-1,-17 0 1,35 17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28.1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8096 15928 0,'18'0'16,"0"0"0,-1 0-16,1 0 15,-1 0 1,1 0-16,35 0 47,-35 0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32.0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7955 14446 0,'-18'0'31,"18"18"-31,0 0 16,-17-1 0,17 1-1,0 35 17,0 0-17,0-36 16,0 1-15,0 0 0,0-1-1,0 1 1,0-1 0,0 1-16,0 35 31,0-35-16,0-1-15,0 1 16,17 17 0,-17-17-1,0 17 1,0-17 0,18 17-1,-18 0 16,0 1-15,0-19 0,0 19-1,0-19 1,0 18 0,0 1-1,18-19-15,-18 1 16,0 0-1,0 35 1,0-36 0,0 18-1,0-17 1,0 0 0,0-1-1,0 19 16,0-1-15,0 0 0,0 18-1,0-35 1,0 17 0,0-17-1,0 17 1,0-17 46,0-1-46,0 1 0,0 0-1,0-1 1,0 1 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34.8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8872 14429 0,'0'17'16,"0"19"0,0-19-16,0 18 15,0 18-15,0-35 16,0 0 0,18-1-1,-18 54 1,0-18-1,0-36 1,0 54 0,0-36-1,0 18 1,0 18 0,0 17-1,0-35 1,0 17-1,0-17 1,0 35 0,0-35-1,0-17 1,0-19 0,0 1-16,0 0 15,0-1 1,0 36 15,0-35-15,0 17-1,0-17 32,0 17-47,0-17 16,0 17-1,0 0 1,0-17 0,18-18-16,-18 17 15,0 1 1,0 0 46,0-1-46,-18-17 0,18 18-1,0 0 48,0-1-48,0 1-15,0 17 16,0-17 0,0-1-1,0 1 32,-18-18-16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36.0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8943 14393 0,'18'0'31,"-1"0"16,1 0-16,-1 0-31,1 0 16,0 0-1,-1 0 1,1 0-16,0 18 78,-1-18-62,1 0-16,-18 18 47,-18-18-1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36.7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8961 14587 0,'0'0'0,"17"0"0,1 18 78,-1-18-62,1 0-16,0 0 15,-1 0 1,1 0-16,0 0 16,-1 0-1,1 0 1,-18 18 46,0-1-46,18-17 0,-18 18-16,17-18 15,-17 18 16,-17-1-15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37.8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8943 14940 0,'18'0'93,"17"0"-93,-18 0 16,1 0-16,0 0 16,-1 0-1,1 0 1,17 0 15,-17 0 32,0 0-63,-1 18 47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38.7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8819 15258 0,'18'0'47,"0"17"-16,-1-17-15,1 0-1,0 0-15,-1 0 16,1 18 0,0-18-1,17 0-15,18 0 16,-36 0 15,1 0-15,0 0-1,-18 18 32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41.1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8996 15557 0,'-18'0'47,"53"0"16,-17 0-48,17 0-15,1 0 16,-19 0-16,1 0 15,0 0-15,-1 0 32,1 0 46,-1 0-78,-34 0 94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42.2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8943 15910 0,'18'0'32,"-1"0"-17,1 0 1,-1 0-16,1 0 16,17 0-16,18 0 15,-35 0 48,0 18-32,-1-18-15,1 0-1,-36 0 32,1 0-47,-1 0 31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44.0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8819 14411 0,'0'18'15,"0"-1"-15,-17 1 16,17 0-16,0-1 15,0 1-15,0 35 16,0-18 0,0-17-16,0 35 15,0-18 1,0 0 0,0 0-1,0 18 1,0-17-1,0-1 1,0 0 15,0 18-15,0-35-16,0 17 16,0 18-1,0 17 1,0-17-1,0-17 1,0-19 0,17 36-1,1-35 1,-18-1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45.2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9102 14887 0,'17'0'0,"-17"18"0,0 17 15,0-17 1,0 35-16,18-36 15,-18 19 1,0-1 0,0 0-1,0 0 1,0-17 0,0 17-1,0 1 1,0 17-1,0-18 1,0 0 15,0 18-15,0 18 0,0-19-1,18-16-15,-1 17 16,-17-18-1,0 0 1,0 1 0,0-19-1,0 1 17,-17-18 14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53.8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9207 15240 0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54.9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8890 15787 0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55.8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8855 15663 0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56.8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8925 16140 0,'18'0'63,"0"0"-48,-1 0 1,1 0-1,17 0-15,0 0 16,1 0-16,-1 0 16,-17 0-1,-1 0 63,1 0-62,-1 0 78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8:59.4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12418 14340 0,'0'18'16,"17"-18"-1,1 0 1,0 0-1,-1 0 17,19 0-17,-19 0 1,19 0 0,-19 0-16,1 18 15,-1-18 79,-17 17-78,18-17-16,0 0 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0.2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12382 14728 0,'0'18'15,"18"-18"17,0 0-17,-18 18-15,17-18 16,19 17-16,-19-17 15,1 0 1,0 0-16,17 0 16,0 0-1,-17 0 1,17 0 15,0 0-15,1 0-1,-36 18 48,-18-18-1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1.7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12435 14640 0,'18'0'63,"0"0"-63,-1 0 15,1 0 1,0 0-1,-1 0 1,1 0 0,0 0 62,-1 0-78,-17 18 78,18-18-62,-1 0-16,1 18 93,0-18-77,-1 0 171,1 0-155,0 0 61,-1 0-77,-52 0 31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2.6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12418 14975 0,'17'18'78,"1"-18"-62,0 0-16,-18 18 15,35-18-15,-17 0 16,17 0-16,-17 0 15,34 0 32,-34 17-15,53-17-1,-89 0 31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3.6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12435 15275 0,'0'18'47,"18"-18"-31,0 0-1,-1 0 1,19 0 15,-19 0-15,19 0 0,-19 0-16,18 0 15,-17 0 63,17 0-31,-17 0-47,0 0 16,-1 0-16,-34 0 78,-1 0-78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4.8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12418 15469 0,'17'0'62,"1"0"-46,0 0-16,-1 0 15,36 0 1,-35 0 0,0 0-1,-1 0 16,36 0-15,-35 0 0,-1 0-1,1 0 1,0 0 0,-1 0 62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6.5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12453 14376 0,'0'17'31,"0"1"-15,0 0 15,-18 70 16,18-35-31,0-18-16,0 18 15,0 0 1,0 0-1,0-36 17,0 1-17,0 0 1,0-1 0,0 1-1,0 35 1,18 17-1,0 1 1,-18-36 0,0 1-1,0-1 1,0-18 0,0 19-1,0-1 1,17-17-1,-17 17 17,0-17-1,0-1-15,0 1-1,0-1-15,0 1 16,0 0-1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07.8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12435 14358 0,'18'0'31,"0"0"0,-1 0 16,19 0-47,-19 0 16,1 0-1,0 0 1,-1 0 46,1 0-62,-1 0 32,1 0 46,0 0-78,-1 0 15,19 0-15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9-25T05:59:15.2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2505 7990 0,'35'0'109,"-17"0"-93,17 0-16,-17 0 15,-1 0 1,1 0 0,-1 0-16,1 0 15,35 0 1,-18 0 0,1 0-1,-19 0-15,54 0 16,-1 0-1,1-17 1,-36 17 0,-17 0-1,17 0 17,-17 0-17,17 0 1,0 0-1,36 0 17,-54 0-32,54 0 15,-36 0 1,-17 0 15,17 0-15,0 0-1,1 0 1,-1 0 0,-17 0-1,-1 0 1,1 0 15,0 0-15,-1 0-16,1 0 31,0 0 0,-1 0-15,18 0 15,-17 0 0,70 0 16,-70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6349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7635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6319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057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129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4373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312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660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_Course Name">
  <p:cSld name="Front Cover_Course Nam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6000" cy="686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텍스트, 좌석, 벡터그래픽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7543" y="386869"/>
            <a:ext cx="279859" cy="25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cxnSp>
        <p:nvCxnSpPr>
          <p:cNvPr id="16" name="Google Shape;16;p3"/>
          <p:cNvCxnSpPr/>
          <p:nvPr/>
        </p:nvCxnSpPr>
        <p:spPr>
          <a:xfrm rot="10800000">
            <a:off x="0" y="1111048"/>
            <a:ext cx="9906004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20220" y="121885"/>
            <a:ext cx="1068038" cy="2432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3"/>
          <p:cNvCxnSpPr/>
          <p:nvPr/>
        </p:nvCxnSpPr>
        <p:spPr>
          <a:xfrm>
            <a:off x="449614" y="6424935"/>
            <a:ext cx="90036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8839176" y="6503323"/>
            <a:ext cx="614036" cy="12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ko-KR" sz="831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31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49612" y="6498004"/>
            <a:ext cx="288971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</a:t>
            </a:r>
            <a:r>
              <a:rPr lang="ko-KR" sz="10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105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VLE School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 b="0" i="0" u="none" strike="noStrike" cap="none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 descr="저성장&amp;#39;에 발목 잡힌 &amp;#39;한국 제조업&amp;#39;… &amp;#39;AI&amp;#39;와 사랑에 빠질 수 있을까 - 인더스트리뉴스"/>
          <p:cNvPicPr preferRelativeResize="0"/>
          <p:nvPr/>
        </p:nvPicPr>
        <p:blipFill rotWithShape="1">
          <a:blip r:embed="rId2">
            <a:alphaModFix amt="49000"/>
          </a:blip>
          <a:srcRect r="14660"/>
          <a:stretch/>
        </p:blipFill>
        <p:spPr>
          <a:xfrm>
            <a:off x="1" y="0"/>
            <a:ext cx="990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/>
        </p:nvSpPr>
        <p:spPr>
          <a:xfrm>
            <a:off x="0" y="-1891"/>
            <a:ext cx="9906000" cy="6858000"/>
          </a:xfrm>
          <a:prstGeom prst="rect">
            <a:avLst/>
          </a:prstGeom>
          <a:solidFill>
            <a:srgbClr val="01BCB5">
              <a:alpha val="2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9364" y="404872"/>
            <a:ext cx="1068038" cy="2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텍스트, 좌석, 벡터그래픽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21534"/>
            <a:ext cx="279859" cy="2593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6397277" y="3492798"/>
            <a:ext cx="2227365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make it possible</a:t>
            </a:r>
            <a:endParaRPr dirty="0"/>
          </a:p>
        </p:txBody>
      </p:sp>
      <p:pic>
        <p:nvPicPr>
          <p:cNvPr id="31" name="Google Shape;31;p5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2326" y="2907768"/>
            <a:ext cx="1927553" cy="496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5.png"/><Relationship Id="rId42" Type="http://schemas.openxmlformats.org/officeDocument/2006/relationships/customXml" Target="../ink/ink20.xml"/><Relationship Id="rId47" Type="http://schemas.openxmlformats.org/officeDocument/2006/relationships/image" Target="../media/image28.png"/><Relationship Id="rId63" Type="http://schemas.openxmlformats.org/officeDocument/2006/relationships/image" Target="../media/image36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9.png"/><Relationship Id="rId112" Type="http://schemas.openxmlformats.org/officeDocument/2006/relationships/image" Target="../media/image59.png"/><Relationship Id="rId16" Type="http://schemas.openxmlformats.org/officeDocument/2006/relationships/customXml" Target="../ink/ink7.xml"/><Relationship Id="rId107" Type="http://schemas.openxmlformats.org/officeDocument/2006/relationships/customXml" Target="../ink/ink54.xml"/><Relationship Id="rId11" Type="http://schemas.openxmlformats.org/officeDocument/2006/relationships/image" Target="../media/image100.png"/><Relationship Id="rId32" Type="http://schemas.openxmlformats.org/officeDocument/2006/relationships/customXml" Target="../ink/ink15.xml"/><Relationship Id="rId37" Type="http://schemas.openxmlformats.org/officeDocument/2006/relationships/image" Target="../media/image23.png"/><Relationship Id="rId53" Type="http://schemas.openxmlformats.org/officeDocument/2006/relationships/image" Target="../media/image31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4.png"/><Relationship Id="rId102" Type="http://schemas.openxmlformats.org/officeDocument/2006/relationships/image" Target="../media/image54.png"/><Relationship Id="rId5" Type="http://schemas.openxmlformats.org/officeDocument/2006/relationships/image" Target="../media/image74.png"/><Relationship Id="rId90" Type="http://schemas.openxmlformats.org/officeDocument/2006/relationships/customXml" Target="../ink/ink44.xml"/><Relationship Id="rId95" Type="http://schemas.openxmlformats.org/officeDocument/2006/relationships/customXml" Target="../ink/ink47.xml"/><Relationship Id="rId22" Type="http://schemas.openxmlformats.org/officeDocument/2006/relationships/customXml" Target="../ink/ink10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9.png"/><Relationship Id="rId113" Type="http://schemas.openxmlformats.org/officeDocument/2006/relationships/customXml" Target="../ink/ink57.xml"/><Relationship Id="rId80" Type="http://schemas.openxmlformats.org/officeDocument/2006/relationships/customXml" Target="../ink/ink39.xml"/><Relationship Id="rId85" Type="http://schemas.openxmlformats.org/officeDocument/2006/relationships/image" Target="../media/image47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33" Type="http://schemas.openxmlformats.org/officeDocument/2006/relationships/image" Target="../media/image21.png"/><Relationship Id="rId38" Type="http://schemas.openxmlformats.org/officeDocument/2006/relationships/customXml" Target="../ink/ink18.xml"/><Relationship Id="rId59" Type="http://schemas.openxmlformats.org/officeDocument/2006/relationships/image" Target="../media/image34.png"/><Relationship Id="rId103" Type="http://schemas.openxmlformats.org/officeDocument/2006/relationships/customXml" Target="../ink/ink52.xml"/><Relationship Id="rId108" Type="http://schemas.openxmlformats.org/officeDocument/2006/relationships/image" Target="../media/image57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42.png"/><Relationship Id="rId91" Type="http://schemas.openxmlformats.org/officeDocument/2006/relationships/image" Target="../media/image50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9.png"/><Relationship Id="rId57" Type="http://schemas.openxmlformats.org/officeDocument/2006/relationships/image" Target="../media/image33.png"/><Relationship Id="rId106" Type="http://schemas.openxmlformats.org/officeDocument/2006/relationships/image" Target="../media/image56.png"/><Relationship Id="rId114" Type="http://schemas.openxmlformats.org/officeDocument/2006/relationships/image" Target="../media/image60.png"/><Relationship Id="rId10" Type="http://schemas.openxmlformats.org/officeDocument/2006/relationships/customXml" Target="../ink/ink4.xml"/><Relationship Id="rId31" Type="http://schemas.openxmlformats.org/officeDocument/2006/relationships/image" Target="../media/image20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38.xml"/><Relationship Id="rId81" Type="http://schemas.openxmlformats.org/officeDocument/2006/relationships/image" Target="../media/image45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4" Type="http://schemas.openxmlformats.org/officeDocument/2006/relationships/customXml" Target="../ink/ink1.xml"/><Relationship Id="rId9" Type="http://schemas.openxmlformats.org/officeDocument/2006/relationships/image" Target="../media/image90.png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9" Type="http://schemas.openxmlformats.org/officeDocument/2006/relationships/image" Target="../media/image24.png"/><Relationship Id="rId109" Type="http://schemas.openxmlformats.org/officeDocument/2006/relationships/customXml" Target="../ink/ink55.xml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2.png"/><Relationship Id="rId76" Type="http://schemas.openxmlformats.org/officeDocument/2006/relationships/customXml" Target="../ink/ink37.xml"/><Relationship Id="rId97" Type="http://schemas.openxmlformats.org/officeDocument/2006/relationships/customXml" Target="../ink/ink49.xml"/><Relationship Id="rId104" Type="http://schemas.openxmlformats.org/officeDocument/2006/relationships/image" Target="../media/image55.png"/><Relationship Id="rId7" Type="http://schemas.openxmlformats.org/officeDocument/2006/relationships/image" Target="../media/image80.png"/><Relationship Id="rId71" Type="http://schemas.openxmlformats.org/officeDocument/2006/relationships/image" Target="../media/image40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9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7.png"/><Relationship Id="rId66" Type="http://schemas.openxmlformats.org/officeDocument/2006/relationships/customXml" Target="../ink/ink32.xml"/><Relationship Id="rId87" Type="http://schemas.openxmlformats.org/officeDocument/2006/relationships/image" Target="../media/image48.png"/><Relationship Id="rId110" Type="http://schemas.openxmlformats.org/officeDocument/2006/relationships/image" Target="../media/image58.png"/><Relationship Id="rId61" Type="http://schemas.openxmlformats.org/officeDocument/2006/relationships/image" Target="../media/image35.png"/><Relationship Id="rId82" Type="http://schemas.openxmlformats.org/officeDocument/2006/relationships/customXml" Target="../ink/ink40.xml"/><Relationship Id="rId19" Type="http://schemas.openxmlformats.org/officeDocument/2006/relationships/image" Target="../media/image14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2.png"/><Relationship Id="rId56" Type="http://schemas.openxmlformats.org/officeDocument/2006/relationships/customXml" Target="../ink/ink27.xml"/><Relationship Id="rId77" Type="http://schemas.openxmlformats.org/officeDocument/2006/relationships/image" Target="../media/image43.png"/><Relationship Id="rId100" Type="http://schemas.openxmlformats.org/officeDocument/2006/relationships/image" Target="../media/image53.png"/><Relationship Id="rId105" Type="http://schemas.openxmlformats.org/officeDocument/2006/relationships/customXml" Target="../ink/ink53.xml"/><Relationship Id="rId8" Type="http://schemas.openxmlformats.org/officeDocument/2006/relationships/customXml" Target="../ink/ink3.xml"/><Relationship Id="rId51" Type="http://schemas.openxmlformats.org/officeDocument/2006/relationships/image" Target="../media/image30.png"/><Relationship Id="rId72" Type="http://schemas.openxmlformats.org/officeDocument/2006/relationships/customXml" Target="../ink/ink35.xml"/><Relationship Id="rId93" Type="http://schemas.openxmlformats.org/officeDocument/2006/relationships/image" Target="../media/image51.png"/><Relationship Id="rId98" Type="http://schemas.openxmlformats.org/officeDocument/2006/relationships/image" Target="../media/image52.png"/><Relationship Id="rId3" Type="http://schemas.openxmlformats.org/officeDocument/2006/relationships/image" Target="../media/image10.png"/><Relationship Id="rId25" Type="http://schemas.openxmlformats.org/officeDocument/2006/relationships/image" Target="../media/image17.png"/><Relationship Id="rId46" Type="http://schemas.openxmlformats.org/officeDocument/2006/relationships/customXml" Target="../ink/ink22.xml"/><Relationship Id="rId67" Type="http://schemas.openxmlformats.org/officeDocument/2006/relationships/image" Target="../media/image38.png"/><Relationship Id="rId20" Type="http://schemas.openxmlformats.org/officeDocument/2006/relationships/customXml" Target="../ink/ink9.xml"/><Relationship Id="rId41" Type="http://schemas.openxmlformats.org/officeDocument/2006/relationships/image" Target="../media/image25.png"/><Relationship Id="rId62" Type="http://schemas.openxmlformats.org/officeDocument/2006/relationships/customXml" Target="../ink/ink30.xml"/><Relationship Id="rId83" Type="http://schemas.openxmlformats.org/officeDocument/2006/relationships/image" Target="../media/image46.png"/><Relationship Id="rId88" Type="http://schemas.openxmlformats.org/officeDocument/2006/relationships/customXml" Target="../ink/ink43.xml"/><Relationship Id="rId111" Type="http://schemas.openxmlformats.org/officeDocument/2006/relationships/customXml" Target="../ink/ink5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976506" y="2240542"/>
            <a:ext cx="3702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</a:t>
            </a:r>
            <a:r>
              <a:rPr lang="ko-KR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2000" b="1" i="0" u="none" strike="noStrike" cap="none" dirty="0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VLE School</a:t>
            </a:r>
            <a:endParaRPr dirty="0"/>
          </a:p>
        </p:txBody>
      </p:sp>
      <p:sp>
        <p:nvSpPr>
          <p:cNvPr id="49" name="Google Shape;49;p10"/>
          <p:cNvSpPr/>
          <p:nvPr/>
        </p:nvSpPr>
        <p:spPr>
          <a:xfrm>
            <a:off x="7292137" y="6204683"/>
            <a:ext cx="2227365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make it possible</a:t>
            </a:r>
            <a:endParaRPr dirty="0"/>
          </a:p>
        </p:txBody>
      </p:sp>
      <p:sp>
        <p:nvSpPr>
          <p:cNvPr id="50" name="Google Shape;50;p10"/>
          <p:cNvSpPr/>
          <p:nvPr/>
        </p:nvSpPr>
        <p:spPr>
          <a:xfrm>
            <a:off x="1054243" y="2890841"/>
            <a:ext cx="88700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000" b="1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1</a:t>
            </a:r>
            <a:r>
              <a:rPr lang="ko-KR" altLang="en-US" sz="4000" b="1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차 </a:t>
            </a:r>
            <a:r>
              <a:rPr lang="ko-KR" sz="4000" b="1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미니프로젝트</a:t>
            </a:r>
            <a:r>
              <a:rPr lang="en-US" altLang="ko-KR" sz="4000" b="1" dirty="0">
                <a:solidFill>
                  <a:schemeClr val="dk1"/>
                </a:solidFill>
                <a:latin typeface="+mj-ea"/>
                <a:ea typeface="+mj-ea"/>
              </a:rPr>
              <a:t>_</a:t>
            </a:r>
            <a:r>
              <a:rPr lang="ko-KR" altLang="en-US" sz="4000" b="1" dirty="0">
                <a:solidFill>
                  <a:schemeClr val="dk1"/>
                </a:solidFill>
                <a:latin typeface="+mj-ea"/>
                <a:ea typeface="+mj-ea"/>
              </a:rPr>
              <a:t>조별 발표 템플릿</a:t>
            </a:r>
            <a:endParaRPr sz="4000" b="1" i="0" u="none" strike="noStrike" cap="none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cxnSp>
        <p:nvCxnSpPr>
          <p:cNvPr id="51" name="Google Shape;51;p10"/>
          <p:cNvCxnSpPr/>
          <p:nvPr/>
        </p:nvCxnSpPr>
        <p:spPr>
          <a:xfrm>
            <a:off x="976506" y="2849436"/>
            <a:ext cx="0" cy="768407"/>
          </a:xfrm>
          <a:prstGeom prst="straightConnector1">
            <a:avLst/>
          </a:prstGeom>
          <a:noFill/>
          <a:ln w="28575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2" name="Google Shape;52;p10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7186" y="5619653"/>
            <a:ext cx="1927553" cy="4966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5D0979E-E38B-4919-8A06-F0048AA550BC}"/>
              </a:ext>
            </a:extLst>
          </p:cNvPr>
          <p:cNvSpPr/>
          <p:nvPr/>
        </p:nvSpPr>
        <p:spPr>
          <a:xfrm>
            <a:off x="421343" y="4200516"/>
            <a:ext cx="9098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latin typeface="+mn-ea"/>
              </a:rPr>
              <a:t>- AI 03</a:t>
            </a:r>
            <a:r>
              <a:rPr lang="ko-KR" altLang="en-US" sz="2400" b="1" dirty="0">
                <a:latin typeface="+mn-ea"/>
              </a:rPr>
              <a:t>반 </a:t>
            </a:r>
            <a:r>
              <a:rPr lang="en-US" altLang="ko-KR" sz="2400" b="1" dirty="0">
                <a:latin typeface="+mn-ea"/>
              </a:rPr>
              <a:t>11</a:t>
            </a:r>
            <a:r>
              <a:rPr lang="ko-KR" altLang="en-US" sz="2400" b="1" dirty="0">
                <a:latin typeface="+mn-ea"/>
              </a:rPr>
              <a:t>조 </a:t>
            </a:r>
            <a:r>
              <a:rPr lang="en-US" altLang="ko-KR" sz="2400" b="1" dirty="0">
                <a:latin typeface="+mn-ea"/>
              </a:rPr>
              <a:t>-</a:t>
            </a:r>
            <a:endParaRPr lang="ko-KR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수립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62F9B3-B00E-9EBD-3B77-3C06E111F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29" y="1382819"/>
            <a:ext cx="8740142" cy="4553001"/>
          </a:xfrm>
        </p:spPr>
        <p:txBody>
          <a:bodyPr/>
          <a:lstStyle/>
          <a:p>
            <a:pPr marL="76200" indent="0" algn="l">
              <a:buNone/>
            </a:pPr>
            <a:endParaRPr lang="ko-KR" altLang="en-US" b="1" i="0" dirty="0">
              <a:effectLst/>
              <a:latin typeface="system-ui"/>
            </a:endParaRPr>
          </a:p>
          <a:p>
            <a:pPr algn="l"/>
            <a:r>
              <a:rPr lang="en-US" altLang="ko-KR" b="1" i="0" dirty="0">
                <a:effectLst/>
                <a:latin typeface="system-ui"/>
              </a:rPr>
              <a:t> </a:t>
            </a:r>
            <a:r>
              <a:rPr lang="en-US" altLang="ko-KR" b="1" i="0" dirty="0">
                <a:effectLst/>
                <a:latin typeface="+mn-lt"/>
              </a:rPr>
              <a:t>1 : </a:t>
            </a:r>
            <a:r>
              <a:rPr lang="ko-KR" altLang="en-US" b="1" i="0" dirty="0">
                <a:effectLst/>
                <a:latin typeface="+mn-lt"/>
              </a:rPr>
              <a:t>택시운송업이 있는 곳은 노선수가 적다</a:t>
            </a:r>
            <a:r>
              <a:rPr lang="en-US" altLang="ko-KR" b="1" i="0" dirty="0">
                <a:effectLst/>
                <a:latin typeface="+mn-lt"/>
              </a:rPr>
              <a:t>.</a:t>
            </a:r>
          </a:p>
          <a:p>
            <a:pPr algn="l"/>
            <a:r>
              <a:rPr lang="en-US" altLang="ko-KR" b="1" i="0" dirty="0">
                <a:effectLst/>
                <a:latin typeface="+mn-lt"/>
              </a:rPr>
              <a:t> 2 : </a:t>
            </a:r>
            <a:r>
              <a:rPr lang="ko-KR" altLang="en-US" b="1" i="0" dirty="0">
                <a:effectLst/>
                <a:latin typeface="+mn-lt"/>
              </a:rPr>
              <a:t>택시운송업이 많은 지역은 총 승객수가 적다</a:t>
            </a:r>
            <a:r>
              <a:rPr lang="en-US" altLang="ko-KR" b="1" i="0" dirty="0">
                <a:effectLst/>
                <a:latin typeface="+mn-lt"/>
              </a:rPr>
              <a:t>.</a:t>
            </a:r>
          </a:p>
          <a:p>
            <a:pPr algn="l"/>
            <a:r>
              <a:rPr lang="en-US" altLang="ko-KR" b="1" dirty="0">
                <a:latin typeface="+mn-lt"/>
              </a:rPr>
              <a:t> </a:t>
            </a:r>
            <a:r>
              <a:rPr lang="en-US" altLang="ko-KR" b="1" i="0" dirty="0">
                <a:effectLst/>
                <a:latin typeface="+mn-lt"/>
              </a:rPr>
              <a:t>3 : </a:t>
            </a:r>
            <a:r>
              <a:rPr lang="ko-KR" altLang="en-US" b="1" i="0" dirty="0">
                <a:effectLst/>
                <a:latin typeface="+mn-lt"/>
              </a:rPr>
              <a:t>총 승객수가 많으면 노선수가 많다</a:t>
            </a:r>
            <a:r>
              <a:rPr lang="en-US" altLang="ko-KR" b="1" i="0" dirty="0">
                <a:effectLst/>
                <a:latin typeface="+mn-lt"/>
              </a:rPr>
              <a:t>.</a:t>
            </a:r>
          </a:p>
          <a:p>
            <a:pPr marL="76200" indent="0" algn="l">
              <a:buNone/>
            </a:pPr>
            <a:endParaRPr lang="en-US" altLang="ko-KR" b="1" i="0" dirty="0">
              <a:effectLst/>
              <a:latin typeface="+mn-lt"/>
            </a:endParaRPr>
          </a:p>
          <a:p>
            <a:pPr algn="l">
              <a:lnSpc>
                <a:spcPct val="100000"/>
              </a:lnSpc>
            </a:pPr>
            <a:r>
              <a:rPr lang="ko-KR" altLang="en-US" b="1" i="0" dirty="0">
                <a:effectLst/>
                <a:latin typeface="+mn-lt"/>
              </a:rPr>
              <a:t> </a:t>
            </a:r>
            <a:r>
              <a:rPr lang="en-US" altLang="ko-KR" b="1" i="0" dirty="0">
                <a:effectLst/>
                <a:latin typeface="+mn-lt"/>
              </a:rPr>
              <a:t>4 : </a:t>
            </a:r>
            <a:r>
              <a:rPr lang="ko-KR" altLang="en-US" b="1" i="0" dirty="0">
                <a:effectLst/>
                <a:latin typeface="+mn-lt"/>
              </a:rPr>
              <a:t>한식 육류 전문점은 한식 일반 음식점</a:t>
            </a:r>
            <a:r>
              <a:rPr lang="en-US" altLang="ko-KR" b="1" i="0" dirty="0">
                <a:effectLst/>
                <a:latin typeface="+mn-lt"/>
              </a:rPr>
              <a:t>, </a:t>
            </a:r>
            <a:br>
              <a:rPr lang="en-US" altLang="ko-KR" b="1" i="0" dirty="0">
                <a:effectLst/>
                <a:latin typeface="+mn-lt"/>
              </a:rPr>
            </a:br>
            <a:r>
              <a:rPr lang="en-US" altLang="ko-KR" b="1" i="0" dirty="0">
                <a:effectLst/>
                <a:latin typeface="+mn-lt"/>
              </a:rPr>
              <a:t>      </a:t>
            </a:r>
            <a:r>
              <a:rPr lang="ko-KR" altLang="en-US" b="1" i="0" dirty="0">
                <a:effectLst/>
                <a:latin typeface="+mn-lt"/>
              </a:rPr>
              <a:t>부동산 중개 및 대리업</a:t>
            </a:r>
            <a:r>
              <a:rPr lang="en-US" altLang="ko-KR" b="1" i="0" dirty="0">
                <a:effectLst/>
                <a:latin typeface="+mn-lt"/>
              </a:rPr>
              <a:t>, </a:t>
            </a:r>
            <a:r>
              <a:rPr lang="ko-KR" altLang="en-US" b="1" i="0" dirty="0">
                <a:effectLst/>
                <a:latin typeface="+mn-lt"/>
              </a:rPr>
              <a:t>두발미용</a:t>
            </a:r>
            <a:r>
              <a:rPr lang="en-US" altLang="ko-KR" b="1" i="0" dirty="0">
                <a:effectLst/>
                <a:latin typeface="+mn-lt"/>
              </a:rPr>
              <a:t>, </a:t>
            </a:r>
            <a:r>
              <a:rPr lang="ko-KR" altLang="en-US" b="1" i="0" dirty="0">
                <a:effectLst/>
                <a:latin typeface="+mn-lt"/>
              </a:rPr>
              <a:t>커피전문점의 </a:t>
            </a:r>
            <a:br>
              <a:rPr lang="en-US" altLang="ko-KR" b="1" i="0" dirty="0">
                <a:effectLst/>
                <a:latin typeface="+mn-lt"/>
              </a:rPr>
            </a:br>
            <a:r>
              <a:rPr lang="en-US" altLang="ko-KR" b="1" i="0" dirty="0">
                <a:effectLst/>
                <a:latin typeface="+mn-lt"/>
              </a:rPr>
              <a:t>      </a:t>
            </a:r>
            <a:r>
              <a:rPr lang="ko-KR" altLang="en-US" b="1" i="0" dirty="0">
                <a:effectLst/>
                <a:latin typeface="+mn-lt"/>
              </a:rPr>
              <a:t>대표성을 가진다</a:t>
            </a:r>
            <a:r>
              <a:rPr lang="en-US" altLang="ko-KR" b="1" i="0" dirty="0">
                <a:effectLst/>
                <a:latin typeface="+mn-lt"/>
              </a:rPr>
              <a:t>. </a:t>
            </a:r>
          </a:p>
          <a:p>
            <a:pPr algn="l"/>
            <a:r>
              <a:rPr lang="en-US" altLang="ko-KR" b="1" i="0" dirty="0">
                <a:effectLst/>
                <a:latin typeface="+mn-lt"/>
              </a:rPr>
              <a:t> 5: </a:t>
            </a:r>
            <a:r>
              <a:rPr lang="ko-KR" altLang="en-US" b="1" i="0" dirty="0" err="1">
                <a:effectLst/>
                <a:latin typeface="+mn-lt"/>
              </a:rPr>
              <a:t>한식육류요리</a:t>
            </a:r>
            <a:r>
              <a:rPr lang="ko-KR" altLang="en-US" b="1" i="0" dirty="0">
                <a:effectLst/>
                <a:latin typeface="+mn-lt"/>
              </a:rPr>
              <a:t> 전문점은 총이동인구와 관련이 있다</a:t>
            </a:r>
            <a:r>
              <a:rPr lang="en-US" altLang="ko-KR" b="1" i="0" dirty="0">
                <a:effectLst/>
                <a:latin typeface="+mn-lt"/>
              </a:rPr>
              <a:t>.</a:t>
            </a:r>
          </a:p>
          <a:p>
            <a:pPr algn="l"/>
            <a:r>
              <a:rPr lang="en-US" altLang="ko-KR" b="1" dirty="0">
                <a:latin typeface="+mn-lt"/>
              </a:rPr>
              <a:t> </a:t>
            </a:r>
            <a:r>
              <a:rPr lang="en-US" altLang="ko-KR" b="1" i="0" dirty="0">
                <a:effectLst/>
                <a:latin typeface="+mn-lt"/>
              </a:rPr>
              <a:t>6: </a:t>
            </a:r>
            <a:r>
              <a:rPr lang="ko-KR" altLang="en-US" b="1" i="0" dirty="0">
                <a:effectLst/>
                <a:latin typeface="+mn-lt"/>
              </a:rPr>
              <a:t>총이동인구 수는 총 승객수와 관련이 있다</a:t>
            </a:r>
            <a:r>
              <a:rPr lang="en-US" altLang="ko-KR" b="1" i="0" dirty="0"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754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4EAB92-304C-CF34-BEFC-8A229C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 </a:t>
            </a:r>
            <a:r>
              <a:rPr lang="ko-KR" altLang="en-US" b="1" dirty="0"/>
              <a:t>노선수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CA1710-1DEB-4662-A86D-178D5A2340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69" b="-1"/>
          <a:stretch/>
        </p:blipFill>
        <p:spPr>
          <a:xfrm>
            <a:off x="675073" y="2128622"/>
            <a:ext cx="690519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5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4EAB92-304C-CF34-BEFC-8A229C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 택시운송업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3735C4-D956-40FC-B4C9-07015BE76D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322"/>
          <a:stretch/>
        </p:blipFill>
        <p:spPr>
          <a:xfrm>
            <a:off x="534581" y="2046326"/>
            <a:ext cx="7281679" cy="379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2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4EAB92-304C-CF34-BEFC-8A229C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>
                <a:latin typeface="system-ui"/>
              </a:rPr>
              <a:t> 총 이동인구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D44F39-738F-4ACB-B3EE-3382D887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8" y="2018893"/>
            <a:ext cx="7295356" cy="386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4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4EAB92-304C-CF34-BEFC-8A229C6AC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1013570"/>
          </a:xfrm>
        </p:spPr>
        <p:txBody>
          <a:bodyPr/>
          <a:lstStyle/>
          <a:p>
            <a:r>
              <a:rPr lang="ko-KR" altLang="en-US" b="1" dirty="0">
                <a:latin typeface="+mj-lt"/>
              </a:rPr>
              <a:t> </a:t>
            </a:r>
            <a:r>
              <a:rPr lang="ko-KR" altLang="en-US" b="1" i="0" dirty="0">
                <a:effectLst/>
                <a:latin typeface="+mj-lt"/>
              </a:rPr>
              <a:t>한식 육류요리 전문점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D44F39-738F-4ACB-B3EE-3382D887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41" y="1982825"/>
            <a:ext cx="7359363" cy="389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7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단변량</a:t>
            </a:r>
            <a:r>
              <a:rPr lang="ko-KR" altLang="en-US" dirty="0"/>
              <a:t> 분석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4EAB92-304C-CF34-BEFC-8A229C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b="1" dirty="0" err="1"/>
              <a:t>승차평균승객수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FE679C-F442-4D6D-B20F-E1799B6F8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2" y="2009750"/>
            <a:ext cx="7514176" cy="375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1B1C61-3448-4040-945A-D4AC78FDE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" y="1256934"/>
            <a:ext cx="9725119" cy="516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0172093C-2DF0-4378-A49F-8D88439BF81A}"/>
              </a:ext>
            </a:extLst>
          </p:cNvPr>
          <p:cNvSpPr/>
          <p:nvPr/>
        </p:nvSpPr>
        <p:spPr>
          <a:xfrm>
            <a:off x="2743200" y="2907792"/>
            <a:ext cx="365760" cy="24688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원형: 비어 있음 9">
            <a:extLst>
              <a:ext uri="{FF2B5EF4-FFF2-40B4-BE49-F238E27FC236}">
                <a16:creationId xmlns:a16="http://schemas.microsoft.com/office/drawing/2014/main" id="{E894F819-15C6-4194-90A5-8E69AD704443}"/>
              </a:ext>
            </a:extLst>
          </p:cNvPr>
          <p:cNvSpPr/>
          <p:nvPr/>
        </p:nvSpPr>
        <p:spPr>
          <a:xfrm>
            <a:off x="1789176" y="2907792"/>
            <a:ext cx="365760" cy="24688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1137B0E2-B1D4-4800-81C1-0C2B945836AC}"/>
              </a:ext>
            </a:extLst>
          </p:cNvPr>
          <p:cNvSpPr/>
          <p:nvPr/>
        </p:nvSpPr>
        <p:spPr>
          <a:xfrm>
            <a:off x="3065930" y="2901517"/>
            <a:ext cx="365760" cy="24688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원형: 비어 있음 11">
            <a:extLst>
              <a:ext uri="{FF2B5EF4-FFF2-40B4-BE49-F238E27FC236}">
                <a16:creationId xmlns:a16="http://schemas.microsoft.com/office/drawing/2014/main" id="{B8BF71AC-A42F-4D7C-A084-3C94804A75C7}"/>
              </a:ext>
            </a:extLst>
          </p:cNvPr>
          <p:cNvSpPr/>
          <p:nvPr/>
        </p:nvSpPr>
        <p:spPr>
          <a:xfrm>
            <a:off x="1789176" y="1945107"/>
            <a:ext cx="365760" cy="233267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원형: 비어 있음 13">
            <a:extLst>
              <a:ext uri="{FF2B5EF4-FFF2-40B4-BE49-F238E27FC236}">
                <a16:creationId xmlns:a16="http://schemas.microsoft.com/office/drawing/2014/main" id="{A452FE35-2119-45F7-9F34-72B160DD17FD}"/>
              </a:ext>
            </a:extLst>
          </p:cNvPr>
          <p:cNvSpPr/>
          <p:nvPr/>
        </p:nvSpPr>
        <p:spPr>
          <a:xfrm>
            <a:off x="1789176" y="2135028"/>
            <a:ext cx="365760" cy="23326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원형: 비어 있음 14">
            <a:extLst>
              <a:ext uri="{FF2B5EF4-FFF2-40B4-BE49-F238E27FC236}">
                <a16:creationId xmlns:a16="http://schemas.microsoft.com/office/drawing/2014/main" id="{AD5C14CB-CB47-4219-A597-48FBED5EB6C7}"/>
              </a:ext>
            </a:extLst>
          </p:cNvPr>
          <p:cNvSpPr/>
          <p:nvPr/>
        </p:nvSpPr>
        <p:spPr>
          <a:xfrm>
            <a:off x="4329546" y="4317492"/>
            <a:ext cx="365760" cy="24688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원형: 비어 있음 15">
            <a:extLst>
              <a:ext uri="{FF2B5EF4-FFF2-40B4-BE49-F238E27FC236}">
                <a16:creationId xmlns:a16="http://schemas.microsoft.com/office/drawing/2014/main" id="{91B46B15-59CD-4722-8667-843FFFE4FE26}"/>
              </a:ext>
            </a:extLst>
          </p:cNvPr>
          <p:cNvSpPr/>
          <p:nvPr/>
        </p:nvSpPr>
        <p:spPr>
          <a:xfrm>
            <a:off x="2441252" y="2749852"/>
            <a:ext cx="365760" cy="24688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원형: 비어 있음 16">
            <a:extLst>
              <a:ext uri="{FF2B5EF4-FFF2-40B4-BE49-F238E27FC236}">
                <a16:creationId xmlns:a16="http://schemas.microsoft.com/office/drawing/2014/main" id="{B1311B8A-E1A0-42B3-9CC6-465F5EFDF999}"/>
              </a:ext>
            </a:extLst>
          </p:cNvPr>
          <p:cNvSpPr/>
          <p:nvPr/>
        </p:nvSpPr>
        <p:spPr>
          <a:xfrm>
            <a:off x="2123030" y="2749852"/>
            <a:ext cx="365760" cy="246888"/>
          </a:xfrm>
          <a:prstGeom prst="donut">
            <a:avLst>
              <a:gd name="adj" fmla="val 7962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E840A3E-8C1F-4BF6-BA76-DD7F25FABE7B}"/>
                  </a:ext>
                </a:extLst>
              </p14:cNvPr>
              <p14:cNvContentPartPr/>
              <p14:nvPr/>
            </p14:nvContentPartPr>
            <p14:xfrm>
              <a:off x="774720" y="2095560"/>
              <a:ext cx="628920" cy="64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E840A3E-8C1F-4BF6-BA76-DD7F25FABE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880" y="2032200"/>
                <a:ext cx="6602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0EFB949-3905-4C9E-A8FB-0AF23CA69C22}"/>
                  </a:ext>
                </a:extLst>
              </p14:cNvPr>
              <p14:cNvContentPartPr/>
              <p14:nvPr/>
            </p14:nvContentPartPr>
            <p14:xfrm>
              <a:off x="723960" y="2095560"/>
              <a:ext cx="648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0EFB949-3905-4C9E-A8FB-0AF23CA69C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120" y="2032200"/>
                <a:ext cx="37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2DE543B-14FF-4195-9947-9A25BB300514}"/>
                  </a:ext>
                </a:extLst>
              </p14:cNvPr>
              <p14:cNvContentPartPr/>
              <p14:nvPr/>
            </p14:nvContentPartPr>
            <p14:xfrm>
              <a:off x="730080" y="2089080"/>
              <a:ext cx="102240" cy="129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2DE543B-14FF-4195-9947-9A25BB3005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4240" y="2025720"/>
                <a:ext cx="1335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8D9099D4-3D98-4CD3-A589-4072668A3252}"/>
                  </a:ext>
                </a:extLst>
              </p14:cNvPr>
              <p14:cNvContentPartPr/>
              <p14:nvPr/>
            </p14:nvContentPartPr>
            <p14:xfrm>
              <a:off x="723960" y="2247840"/>
              <a:ext cx="692280" cy="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8D9099D4-3D98-4CD3-A589-4072668A32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8120" y="2184480"/>
                <a:ext cx="723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E36FF48-6166-4A93-BB03-17FA13C5E1EF}"/>
                  </a:ext>
                </a:extLst>
              </p14:cNvPr>
              <p14:cNvContentPartPr/>
              <p14:nvPr/>
            </p14:nvContentPartPr>
            <p14:xfrm>
              <a:off x="907920" y="3016080"/>
              <a:ext cx="508320" cy="259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E36FF48-6166-4A93-BB03-17FA13C5E1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2080" y="2952720"/>
                <a:ext cx="5396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647B612E-D17E-411C-9A5A-3B616EAD4A89}"/>
                  </a:ext>
                </a:extLst>
              </p14:cNvPr>
              <p14:cNvContentPartPr/>
              <p14:nvPr/>
            </p14:nvContentPartPr>
            <p14:xfrm>
              <a:off x="1930320" y="5162400"/>
              <a:ext cx="51120" cy="68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647B612E-D17E-411C-9A5A-3B616EAD4A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14480" y="5099040"/>
                <a:ext cx="824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9DBD2874-5FDD-4501-9840-EFE8F1454DC6}"/>
                  </a:ext>
                </a:extLst>
              </p14:cNvPr>
              <p14:cNvContentPartPr/>
              <p14:nvPr/>
            </p14:nvContentPartPr>
            <p14:xfrm>
              <a:off x="1924200" y="5238720"/>
              <a:ext cx="82800" cy="68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9DBD2874-5FDD-4501-9840-EFE8F1454D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08360" y="5175360"/>
                <a:ext cx="1141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FBFAE351-2AA4-4BCE-BBED-07FE8E6149D1}"/>
                  </a:ext>
                </a:extLst>
              </p14:cNvPr>
              <p14:cNvContentPartPr/>
              <p14:nvPr/>
            </p14:nvContentPartPr>
            <p14:xfrm>
              <a:off x="1936800" y="5353200"/>
              <a:ext cx="89280" cy="129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FBFAE351-2AA4-4BCE-BBED-07FE8E6149D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20960" y="5289840"/>
                <a:ext cx="1206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B8C837C4-CAB7-4B86-92DF-8DD7D74CF0EA}"/>
                  </a:ext>
                </a:extLst>
              </p14:cNvPr>
              <p14:cNvContentPartPr/>
              <p14:nvPr/>
            </p14:nvContentPartPr>
            <p14:xfrm>
              <a:off x="1936800" y="5156280"/>
              <a:ext cx="95400" cy="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B8C837C4-CAB7-4B86-92DF-8DD7D74CF0E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0960" y="5092920"/>
                <a:ext cx="1267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07EEDB78-C181-419E-B210-5B6F415C9432}"/>
                  </a:ext>
                </a:extLst>
              </p14:cNvPr>
              <p14:cNvContentPartPr/>
              <p14:nvPr/>
            </p14:nvContentPartPr>
            <p14:xfrm>
              <a:off x="1936800" y="5264280"/>
              <a:ext cx="89280" cy="648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07EEDB78-C181-419E-B210-5B6F415C94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0960" y="5200920"/>
                <a:ext cx="1206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F1F1F87C-FEA2-40F1-AF22-F3E951AC4289}"/>
                  </a:ext>
                </a:extLst>
              </p14:cNvPr>
              <p14:cNvContentPartPr/>
              <p14:nvPr/>
            </p14:nvContentPartPr>
            <p14:xfrm>
              <a:off x="1930320" y="5365800"/>
              <a:ext cx="101880" cy="3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F1F1F87C-FEA2-40F1-AF22-F3E951AC42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14480" y="5302440"/>
                <a:ext cx="1332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B422BB57-BA13-4165-B8DF-0FB23CE6DB67}"/>
                  </a:ext>
                </a:extLst>
              </p14:cNvPr>
              <p14:cNvContentPartPr/>
              <p14:nvPr/>
            </p14:nvContentPartPr>
            <p14:xfrm>
              <a:off x="2292480" y="5168880"/>
              <a:ext cx="6480" cy="37512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B422BB57-BA13-4165-B8DF-0FB23CE6DB6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76640" y="5105520"/>
                <a:ext cx="3780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99B8CBCF-B62D-4A63-BCC7-041FF66D4C52}"/>
                  </a:ext>
                </a:extLst>
              </p14:cNvPr>
              <p14:cNvContentPartPr/>
              <p14:nvPr/>
            </p14:nvContentPartPr>
            <p14:xfrm>
              <a:off x="2266920" y="5124600"/>
              <a:ext cx="6840" cy="50832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99B8CBCF-B62D-4A63-BCC7-041FF66D4C5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51080" y="5061240"/>
                <a:ext cx="3816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4FFB7ED0-03DA-4BAB-9B3F-C96881254727}"/>
                  </a:ext>
                </a:extLst>
              </p14:cNvPr>
              <p14:cNvContentPartPr/>
              <p14:nvPr/>
            </p14:nvContentPartPr>
            <p14:xfrm>
              <a:off x="2311560" y="5137200"/>
              <a:ext cx="12960" cy="52092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4FFB7ED0-03DA-4BAB-9B3F-C9688125472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95720" y="5073840"/>
                <a:ext cx="4428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BAB4B16E-7E6D-4A96-B30D-C273153A9D8D}"/>
                  </a:ext>
                </a:extLst>
              </p14:cNvPr>
              <p14:cNvContentPartPr/>
              <p14:nvPr/>
            </p14:nvContentPartPr>
            <p14:xfrm>
              <a:off x="2241720" y="5124600"/>
              <a:ext cx="19080" cy="47628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BAB4B16E-7E6D-4A96-B30D-C273153A9D8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25880" y="5061240"/>
                <a:ext cx="504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7BFABAE-C419-4D75-9177-5FC36368067C}"/>
                  </a:ext>
                </a:extLst>
              </p14:cNvPr>
              <p14:cNvContentPartPr/>
              <p14:nvPr/>
            </p14:nvContentPartPr>
            <p14:xfrm>
              <a:off x="2254320" y="5168880"/>
              <a:ext cx="25560" cy="48924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7BFABAE-C419-4D75-9177-5FC3636806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238480" y="5105520"/>
                <a:ext cx="5688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60B103C4-9D89-452F-A90B-6D3E44CE2B65}"/>
                  </a:ext>
                </a:extLst>
              </p14:cNvPr>
              <p14:cNvContentPartPr/>
              <p14:nvPr/>
            </p14:nvContentPartPr>
            <p14:xfrm>
              <a:off x="2254320" y="5276880"/>
              <a:ext cx="25560" cy="38124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60B103C4-9D89-452F-A90B-6D3E44CE2B6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38480" y="5213520"/>
                <a:ext cx="56880" cy="5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27BEC656-845E-49B4-9805-20B68D0E63EF}"/>
                  </a:ext>
                </a:extLst>
              </p14:cNvPr>
              <p14:cNvContentPartPr/>
              <p14:nvPr/>
            </p14:nvContentPartPr>
            <p14:xfrm>
              <a:off x="2247840" y="5181480"/>
              <a:ext cx="360" cy="48312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27BEC656-845E-49B4-9805-20B68D0E63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32000" y="5118120"/>
                <a:ext cx="3168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88347BD9-35E8-4783-ACC3-5BFB32D811C6}"/>
                  </a:ext>
                </a:extLst>
              </p14:cNvPr>
              <p14:cNvContentPartPr/>
              <p14:nvPr/>
            </p14:nvContentPartPr>
            <p14:xfrm>
              <a:off x="2336760" y="5149800"/>
              <a:ext cx="12960" cy="49572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88347BD9-35E8-4783-ACC3-5BFB32D811C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320920" y="5086440"/>
                <a:ext cx="4428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A6633D57-925E-4429-8989-155EC683AB92}"/>
                  </a:ext>
                </a:extLst>
              </p14:cNvPr>
              <p14:cNvContentPartPr/>
              <p14:nvPr/>
            </p14:nvContentPartPr>
            <p14:xfrm>
              <a:off x="2247840" y="5137200"/>
              <a:ext cx="70200" cy="1296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A6633D57-925E-4429-8989-155EC683AB9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32000" y="5073840"/>
                <a:ext cx="1015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D9BAEAB1-D19C-41EC-A0A3-02A16C51B834}"/>
                  </a:ext>
                </a:extLst>
              </p14:cNvPr>
              <p14:cNvContentPartPr/>
              <p14:nvPr/>
            </p14:nvContentPartPr>
            <p14:xfrm>
              <a:off x="2565360" y="5207040"/>
              <a:ext cx="57600" cy="46404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D9BAEAB1-D19C-41EC-A0A3-02A16C51B83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549520" y="5143680"/>
                <a:ext cx="8892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542AB348-6068-4263-B960-27E7A8DB54F1}"/>
                  </a:ext>
                </a:extLst>
              </p14:cNvPr>
              <p14:cNvContentPartPr/>
              <p14:nvPr/>
            </p14:nvContentPartPr>
            <p14:xfrm>
              <a:off x="2571840" y="5162400"/>
              <a:ext cx="57240" cy="36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542AB348-6068-4263-B960-27E7A8DB54F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56000" y="5099040"/>
                <a:ext cx="88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B7C9E1E2-0F4E-41F7-A26D-1316C6345A05}"/>
                  </a:ext>
                </a:extLst>
              </p14:cNvPr>
              <p14:cNvContentPartPr/>
              <p14:nvPr/>
            </p14:nvContentPartPr>
            <p14:xfrm>
              <a:off x="2635200" y="5175360"/>
              <a:ext cx="19440" cy="26064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B7C9E1E2-0F4E-41F7-A26D-1316C6345A0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19360" y="5112000"/>
                <a:ext cx="507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AFE57DD0-8F37-42CD-A3D9-0A4F1D5B8F28}"/>
                  </a:ext>
                </a:extLst>
              </p14:cNvPr>
              <p14:cNvContentPartPr/>
              <p14:nvPr/>
            </p14:nvContentPartPr>
            <p14:xfrm>
              <a:off x="2641680" y="5219640"/>
              <a:ext cx="12960" cy="46404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AFE57DD0-8F37-42CD-A3D9-0A4F1D5B8F2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25840" y="5156280"/>
                <a:ext cx="4428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74C76C24-C64D-4B15-9C4C-A1FA71AB28C5}"/>
                  </a:ext>
                </a:extLst>
              </p14:cNvPr>
              <p14:cNvContentPartPr/>
              <p14:nvPr/>
            </p14:nvContentPartPr>
            <p14:xfrm>
              <a:off x="2584440" y="5676840"/>
              <a:ext cx="51120" cy="36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74C76C24-C64D-4B15-9C4C-A1FA71AB28C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68600" y="5613480"/>
                <a:ext cx="824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CB522E89-1CAA-4893-B5B0-C8FF0CD1FD5C}"/>
                  </a:ext>
                </a:extLst>
              </p14:cNvPr>
              <p14:cNvContentPartPr/>
              <p14:nvPr/>
            </p14:nvContentPartPr>
            <p14:xfrm>
              <a:off x="2571840" y="5626080"/>
              <a:ext cx="76320" cy="684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CB522E89-1CAA-4893-B5B0-C8FF0CD1FD5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56000" y="5562720"/>
                <a:ext cx="1076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AC9D98BE-6657-4C43-863E-A4E91C628BFA}"/>
                  </a:ext>
                </a:extLst>
              </p14:cNvPr>
              <p14:cNvContentPartPr/>
              <p14:nvPr/>
            </p14:nvContentPartPr>
            <p14:xfrm>
              <a:off x="2870280" y="5168880"/>
              <a:ext cx="95400" cy="1296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AC9D98BE-6657-4C43-863E-A4E91C628BF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54440" y="5105520"/>
                <a:ext cx="1267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F9CF3559-850C-4ED6-ACA4-40F0B8C857F9}"/>
                  </a:ext>
                </a:extLst>
              </p14:cNvPr>
              <p14:cNvContentPartPr/>
              <p14:nvPr/>
            </p14:nvContentPartPr>
            <p14:xfrm>
              <a:off x="2882880" y="5283360"/>
              <a:ext cx="101880" cy="2556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F9CF3559-850C-4ED6-ACA4-40F0B8C857F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67040" y="5220000"/>
                <a:ext cx="1332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1445898A-B20F-403E-A985-9BB7A63A6B9F}"/>
                  </a:ext>
                </a:extLst>
              </p14:cNvPr>
              <p14:cNvContentPartPr/>
              <p14:nvPr/>
            </p14:nvContentPartPr>
            <p14:xfrm>
              <a:off x="2889360" y="5410080"/>
              <a:ext cx="95400" cy="36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1445898A-B20F-403E-A985-9BB7A63A6B9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73520" y="5346720"/>
                <a:ext cx="1267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F8726E86-CFBC-450C-B474-ED377E7DCEDF}"/>
                  </a:ext>
                </a:extLst>
              </p14:cNvPr>
              <p14:cNvContentPartPr/>
              <p14:nvPr/>
            </p14:nvContentPartPr>
            <p14:xfrm>
              <a:off x="2895480" y="5492880"/>
              <a:ext cx="51120" cy="1296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F8726E86-CFBC-450C-B474-ED377E7DCED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79640" y="5429520"/>
                <a:ext cx="824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D58C6710-49EF-4D77-981F-036EB45B0852}"/>
                  </a:ext>
                </a:extLst>
              </p14:cNvPr>
              <p14:cNvContentPartPr/>
              <p14:nvPr/>
            </p14:nvContentPartPr>
            <p14:xfrm>
              <a:off x="2889360" y="5607000"/>
              <a:ext cx="108360" cy="684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D58C6710-49EF-4D77-981F-036EB45B085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73520" y="5543640"/>
                <a:ext cx="1396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C456BA91-5B0D-4890-AFFC-9B13B2A3D61B}"/>
                  </a:ext>
                </a:extLst>
              </p14:cNvPr>
              <p14:cNvContentPartPr/>
              <p14:nvPr/>
            </p14:nvContentPartPr>
            <p14:xfrm>
              <a:off x="2889360" y="5543640"/>
              <a:ext cx="95400" cy="1296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C456BA91-5B0D-4890-AFFC-9B13B2A3D61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73520" y="5480280"/>
                <a:ext cx="1267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EFE2D492-2CF5-4513-B82B-99AA9173E064}"/>
                  </a:ext>
                </a:extLst>
              </p14:cNvPr>
              <p14:cNvContentPartPr/>
              <p14:nvPr/>
            </p14:nvContentPartPr>
            <p14:xfrm>
              <a:off x="2876400" y="5740560"/>
              <a:ext cx="83160" cy="1908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EFE2D492-2CF5-4513-B82B-99AA9173E06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60560" y="5677200"/>
                <a:ext cx="1144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87B1347C-A3D5-4A7E-A7F3-C620C7FED091}"/>
                  </a:ext>
                </a:extLst>
              </p14:cNvPr>
              <p14:cNvContentPartPr/>
              <p14:nvPr/>
            </p14:nvContentPartPr>
            <p14:xfrm>
              <a:off x="2914560" y="5734080"/>
              <a:ext cx="64080" cy="36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87B1347C-A3D5-4A7E-A7F3-C620C7FED09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98720" y="5670720"/>
                <a:ext cx="954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BB048FB3-08A2-4F5C-AF13-75ED7CE47BDF}"/>
                  </a:ext>
                </a:extLst>
              </p14:cNvPr>
              <p14:cNvContentPartPr/>
              <p14:nvPr/>
            </p14:nvContentPartPr>
            <p14:xfrm>
              <a:off x="2851200" y="5200560"/>
              <a:ext cx="19440" cy="48312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BB048FB3-08A2-4F5C-AF13-75ED7CE47BD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35360" y="5137200"/>
                <a:ext cx="5076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67DC492A-C241-4DC4-8007-216FAD487DA0}"/>
                  </a:ext>
                </a:extLst>
              </p14:cNvPr>
              <p14:cNvContentPartPr/>
              <p14:nvPr/>
            </p14:nvContentPartPr>
            <p14:xfrm>
              <a:off x="3193920" y="5194440"/>
              <a:ext cx="13320" cy="57168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67DC492A-C241-4DC4-8007-216FAD487DA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78080" y="5131080"/>
                <a:ext cx="44640" cy="69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F3AA3382-ED2D-4A5A-9813-5AA49835EB8F}"/>
                  </a:ext>
                </a:extLst>
              </p14:cNvPr>
              <p14:cNvContentPartPr/>
              <p14:nvPr/>
            </p14:nvContentPartPr>
            <p14:xfrm>
              <a:off x="3219480" y="5181480"/>
              <a:ext cx="70200" cy="1332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F3AA3382-ED2D-4A5A-9813-5AA49835EB8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03640" y="5118120"/>
                <a:ext cx="1015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7BA75EC5-C4F4-49B2-A47A-7A5103E5E0EF}"/>
                  </a:ext>
                </a:extLst>
              </p14:cNvPr>
              <p14:cNvContentPartPr/>
              <p14:nvPr/>
            </p14:nvContentPartPr>
            <p14:xfrm>
              <a:off x="3225960" y="5251320"/>
              <a:ext cx="76320" cy="3852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7BA75EC5-C4F4-49B2-A47A-7A5103E5E0E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10120" y="5187960"/>
                <a:ext cx="1076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5B5754FB-39C5-4103-8825-93A73FC45842}"/>
                  </a:ext>
                </a:extLst>
              </p14:cNvPr>
              <p14:cNvContentPartPr/>
              <p14:nvPr/>
            </p14:nvContentPartPr>
            <p14:xfrm>
              <a:off x="3219480" y="5378400"/>
              <a:ext cx="82800" cy="684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5B5754FB-39C5-4103-8825-93A73FC4584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03640" y="5315040"/>
                <a:ext cx="1141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0FA7B328-1C84-4F7F-BD2E-D7A91A4A6659}"/>
                  </a:ext>
                </a:extLst>
              </p14:cNvPr>
              <p14:cNvContentPartPr/>
              <p14:nvPr/>
            </p14:nvContentPartPr>
            <p14:xfrm>
              <a:off x="3174840" y="5492880"/>
              <a:ext cx="102240" cy="1944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0FA7B328-1C84-4F7F-BD2E-D7A91A4A665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59000" y="5429520"/>
                <a:ext cx="1335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D3874AB1-41B3-40C1-86C4-FCF2750C6939}"/>
                  </a:ext>
                </a:extLst>
              </p14:cNvPr>
              <p14:cNvContentPartPr/>
              <p14:nvPr/>
            </p14:nvContentPartPr>
            <p14:xfrm>
              <a:off x="3232080" y="5600520"/>
              <a:ext cx="82800" cy="3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D3874AB1-41B3-40C1-86C4-FCF2750C69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16240" y="5537160"/>
                <a:ext cx="1141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1BD0111A-080E-4B11-9A52-7A5A1A14C5FA}"/>
                  </a:ext>
                </a:extLst>
              </p14:cNvPr>
              <p14:cNvContentPartPr/>
              <p14:nvPr/>
            </p14:nvContentPartPr>
            <p14:xfrm>
              <a:off x="3219480" y="5727600"/>
              <a:ext cx="89280" cy="6840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1BD0111A-080E-4B11-9A52-7A5A1A14C5F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203640" y="5664240"/>
                <a:ext cx="1206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DE2EB112-B779-4029-93AD-80F60CAAB289}"/>
                  </a:ext>
                </a:extLst>
              </p14:cNvPr>
              <p14:cNvContentPartPr/>
              <p14:nvPr/>
            </p14:nvContentPartPr>
            <p14:xfrm>
              <a:off x="3168720" y="5187960"/>
              <a:ext cx="12960" cy="34308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DE2EB112-B779-4029-93AD-80F60CAAB28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152880" y="5124600"/>
                <a:ext cx="4428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755B0ED8-3BB9-4AF0-B52B-669105DBBCEF}"/>
                  </a:ext>
                </a:extLst>
              </p14:cNvPr>
              <p14:cNvContentPartPr/>
              <p14:nvPr/>
            </p14:nvContentPartPr>
            <p14:xfrm>
              <a:off x="3276720" y="5359320"/>
              <a:ext cx="25560" cy="32436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755B0ED8-3BB9-4AF0-B52B-669105DBBC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260880" y="5295960"/>
                <a:ext cx="568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619466FB-B3F1-484B-B5FE-272639446A2C}"/>
                  </a:ext>
                </a:extLst>
              </p14:cNvPr>
              <p14:cNvContentPartPr/>
              <p14:nvPr/>
            </p14:nvContentPartPr>
            <p14:xfrm>
              <a:off x="3314520" y="5486400"/>
              <a:ext cx="360" cy="36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619466FB-B3F1-484B-B5FE-272639446A2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98680" y="542304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E14469CF-AB30-4C59-8516-9A6CAFC8B997}"/>
                  </a:ext>
                </a:extLst>
              </p14:cNvPr>
              <p14:cNvContentPartPr/>
              <p14:nvPr/>
            </p14:nvContentPartPr>
            <p14:xfrm>
              <a:off x="3200400" y="5683320"/>
              <a:ext cx="360" cy="360"/>
            </p14:xfrm>
          </p:contentPart>
        </mc:Choice>
        <mc:Fallback xmlns=""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E14469CF-AB30-4C59-8516-9A6CAFC8B99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184560" y="5619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A65C474E-C4F0-4E27-ACB4-0AB3E6F884DC}"/>
                  </a:ext>
                </a:extLst>
              </p14:cNvPr>
              <p14:cNvContentPartPr/>
              <p14:nvPr/>
            </p14:nvContentPartPr>
            <p14:xfrm>
              <a:off x="3187800" y="5638680"/>
              <a:ext cx="360" cy="360"/>
            </p14:xfrm>
          </p:contentPart>
        </mc:Choice>
        <mc:Fallback xmlns=""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A65C474E-C4F0-4E27-ACB4-0AB3E6F884D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171960" y="557532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5E331FDE-8863-44F5-97E0-BAE2ABBE00C1}"/>
                  </a:ext>
                </a:extLst>
              </p14:cNvPr>
              <p14:cNvContentPartPr/>
              <p14:nvPr/>
            </p14:nvContentPartPr>
            <p14:xfrm>
              <a:off x="3213000" y="5810400"/>
              <a:ext cx="101880" cy="36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5E331FDE-8863-44F5-97E0-BAE2ABBE00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97160" y="5747040"/>
                <a:ext cx="1332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CF2EA85F-8E9C-4268-8083-E8AC9C739DB2}"/>
                  </a:ext>
                </a:extLst>
              </p14:cNvPr>
              <p14:cNvContentPartPr/>
              <p14:nvPr/>
            </p14:nvContentPartPr>
            <p14:xfrm>
              <a:off x="4470480" y="5162400"/>
              <a:ext cx="89280" cy="19440"/>
            </p14:xfrm>
          </p:contentPart>
        </mc:Choice>
        <mc:Fallback xmlns=""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CF2EA85F-8E9C-4268-8083-E8AC9C739DB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454640" y="5099040"/>
                <a:ext cx="1206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24" name="잉크 1023">
                <a:extLst>
                  <a:ext uri="{FF2B5EF4-FFF2-40B4-BE49-F238E27FC236}">
                    <a16:creationId xmlns:a16="http://schemas.microsoft.com/office/drawing/2014/main" id="{E6CED7E6-A43B-4450-8250-AA6F538C6935}"/>
                  </a:ext>
                </a:extLst>
              </p14:cNvPr>
              <p14:cNvContentPartPr/>
              <p14:nvPr/>
            </p14:nvContentPartPr>
            <p14:xfrm>
              <a:off x="4457520" y="5302080"/>
              <a:ext cx="121320" cy="25920"/>
            </p14:xfrm>
          </p:contentPart>
        </mc:Choice>
        <mc:Fallback xmlns="">
          <p:pic>
            <p:nvPicPr>
              <p:cNvPr id="1024" name="잉크 1023">
                <a:extLst>
                  <a:ext uri="{FF2B5EF4-FFF2-40B4-BE49-F238E27FC236}">
                    <a16:creationId xmlns:a16="http://schemas.microsoft.com/office/drawing/2014/main" id="{E6CED7E6-A43B-4450-8250-AA6F538C693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441680" y="5238720"/>
                <a:ext cx="1526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25" name="잉크 1024">
                <a:extLst>
                  <a:ext uri="{FF2B5EF4-FFF2-40B4-BE49-F238E27FC236}">
                    <a16:creationId xmlns:a16="http://schemas.microsoft.com/office/drawing/2014/main" id="{75171FAA-64AA-400E-BF47-D051178EBCAC}"/>
                  </a:ext>
                </a:extLst>
              </p14:cNvPr>
              <p14:cNvContentPartPr/>
              <p14:nvPr/>
            </p14:nvContentPartPr>
            <p14:xfrm>
              <a:off x="4476600" y="5270400"/>
              <a:ext cx="108360" cy="13320"/>
            </p14:xfrm>
          </p:contentPart>
        </mc:Choice>
        <mc:Fallback xmlns="">
          <p:pic>
            <p:nvPicPr>
              <p:cNvPr id="1025" name="잉크 1024">
                <a:extLst>
                  <a:ext uri="{FF2B5EF4-FFF2-40B4-BE49-F238E27FC236}">
                    <a16:creationId xmlns:a16="http://schemas.microsoft.com/office/drawing/2014/main" id="{75171FAA-64AA-400E-BF47-D051178EBCA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460760" y="5207040"/>
                <a:ext cx="139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27" name="잉크 1026">
                <a:extLst>
                  <a:ext uri="{FF2B5EF4-FFF2-40B4-BE49-F238E27FC236}">
                    <a16:creationId xmlns:a16="http://schemas.microsoft.com/office/drawing/2014/main" id="{7351DF58-3C23-4FB8-AAFE-7A87EC8A9361}"/>
                  </a:ext>
                </a:extLst>
              </p14:cNvPr>
              <p14:cNvContentPartPr/>
              <p14:nvPr/>
            </p14:nvContentPartPr>
            <p14:xfrm>
              <a:off x="4470480" y="5391000"/>
              <a:ext cx="108360" cy="19440"/>
            </p14:xfrm>
          </p:contentPart>
        </mc:Choice>
        <mc:Fallback xmlns="">
          <p:pic>
            <p:nvPicPr>
              <p:cNvPr id="1027" name="잉크 1026">
                <a:extLst>
                  <a:ext uri="{FF2B5EF4-FFF2-40B4-BE49-F238E27FC236}">
                    <a16:creationId xmlns:a16="http://schemas.microsoft.com/office/drawing/2014/main" id="{7351DF58-3C23-4FB8-AAFE-7A87EC8A936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454640" y="5327640"/>
                <a:ext cx="139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29" name="잉크 1028">
                <a:extLst>
                  <a:ext uri="{FF2B5EF4-FFF2-40B4-BE49-F238E27FC236}">
                    <a16:creationId xmlns:a16="http://schemas.microsoft.com/office/drawing/2014/main" id="{2F85CEBE-0BAF-439B-935E-A496F597BDDC}"/>
                  </a:ext>
                </a:extLst>
              </p14:cNvPr>
              <p14:cNvContentPartPr/>
              <p14:nvPr/>
            </p14:nvContentPartPr>
            <p14:xfrm>
              <a:off x="4476600" y="5499000"/>
              <a:ext cx="108360" cy="6840"/>
            </p14:xfrm>
          </p:contentPart>
        </mc:Choice>
        <mc:Fallback xmlns="">
          <p:pic>
            <p:nvPicPr>
              <p:cNvPr id="1029" name="잉크 1028">
                <a:extLst>
                  <a:ext uri="{FF2B5EF4-FFF2-40B4-BE49-F238E27FC236}">
                    <a16:creationId xmlns:a16="http://schemas.microsoft.com/office/drawing/2014/main" id="{2F85CEBE-0BAF-439B-935E-A496F597BDD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460760" y="5435640"/>
                <a:ext cx="1396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30" name="잉크 1029">
                <a:extLst>
                  <a:ext uri="{FF2B5EF4-FFF2-40B4-BE49-F238E27FC236}">
                    <a16:creationId xmlns:a16="http://schemas.microsoft.com/office/drawing/2014/main" id="{E21F84CC-F5A7-4AFF-ABEF-EC46640647DF}"/>
                  </a:ext>
                </a:extLst>
              </p14:cNvPr>
              <p14:cNvContentPartPr/>
              <p14:nvPr/>
            </p14:nvContentPartPr>
            <p14:xfrm>
              <a:off x="4470480" y="5568840"/>
              <a:ext cx="114480" cy="360"/>
            </p14:xfrm>
          </p:contentPart>
        </mc:Choice>
        <mc:Fallback xmlns="">
          <p:pic>
            <p:nvPicPr>
              <p:cNvPr id="1030" name="잉크 1029">
                <a:extLst>
                  <a:ext uri="{FF2B5EF4-FFF2-40B4-BE49-F238E27FC236}">
                    <a16:creationId xmlns:a16="http://schemas.microsoft.com/office/drawing/2014/main" id="{E21F84CC-F5A7-4AFF-ABEF-EC46640647D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454640" y="5505480"/>
                <a:ext cx="145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31" name="잉크 1030">
                <a:extLst>
                  <a:ext uri="{FF2B5EF4-FFF2-40B4-BE49-F238E27FC236}">
                    <a16:creationId xmlns:a16="http://schemas.microsoft.com/office/drawing/2014/main" id="{C2BAF6B9-0174-4A0E-9135-CD4E8DEC5D50}"/>
                  </a:ext>
                </a:extLst>
              </p14:cNvPr>
              <p14:cNvContentPartPr/>
              <p14:nvPr/>
            </p14:nvContentPartPr>
            <p14:xfrm>
              <a:off x="4476600" y="5175360"/>
              <a:ext cx="19440" cy="368640"/>
            </p14:xfrm>
          </p:contentPart>
        </mc:Choice>
        <mc:Fallback xmlns="">
          <p:pic>
            <p:nvPicPr>
              <p:cNvPr id="1031" name="잉크 1030">
                <a:extLst>
                  <a:ext uri="{FF2B5EF4-FFF2-40B4-BE49-F238E27FC236}">
                    <a16:creationId xmlns:a16="http://schemas.microsoft.com/office/drawing/2014/main" id="{C2BAF6B9-0174-4A0E-9135-CD4E8DEC5D5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460760" y="5112000"/>
                <a:ext cx="507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32" name="잉크 1031">
                <a:extLst>
                  <a:ext uri="{FF2B5EF4-FFF2-40B4-BE49-F238E27FC236}">
                    <a16:creationId xmlns:a16="http://schemas.microsoft.com/office/drawing/2014/main" id="{510E5A58-6D9E-46EA-96DC-0622B12EBE64}"/>
                  </a:ext>
                </a:extLst>
              </p14:cNvPr>
              <p14:cNvContentPartPr/>
              <p14:nvPr/>
            </p14:nvContentPartPr>
            <p14:xfrm>
              <a:off x="4476600" y="5168880"/>
              <a:ext cx="102240" cy="360"/>
            </p14:xfrm>
          </p:contentPart>
        </mc:Choice>
        <mc:Fallback xmlns="">
          <p:pic>
            <p:nvPicPr>
              <p:cNvPr id="1032" name="잉크 1031">
                <a:extLst>
                  <a:ext uri="{FF2B5EF4-FFF2-40B4-BE49-F238E27FC236}">
                    <a16:creationId xmlns:a16="http://schemas.microsoft.com/office/drawing/2014/main" id="{510E5A58-6D9E-46EA-96DC-0622B12EBE6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460760" y="5105520"/>
                <a:ext cx="133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33" name="잉크 1032">
                <a:extLst>
                  <a:ext uri="{FF2B5EF4-FFF2-40B4-BE49-F238E27FC236}">
                    <a16:creationId xmlns:a16="http://schemas.microsoft.com/office/drawing/2014/main" id="{94A44F50-52A8-4F77-BE5A-C6B9F2C04481}"/>
                  </a:ext>
                </a:extLst>
              </p14:cNvPr>
              <p14:cNvContentPartPr/>
              <p14:nvPr/>
            </p14:nvContentPartPr>
            <p14:xfrm>
              <a:off x="901800" y="2870280"/>
              <a:ext cx="489240" cy="6480"/>
            </p14:xfrm>
          </p:contentPart>
        </mc:Choice>
        <mc:Fallback xmlns="">
          <p:pic>
            <p:nvPicPr>
              <p:cNvPr id="1033" name="잉크 1032">
                <a:extLst>
                  <a:ext uri="{FF2B5EF4-FFF2-40B4-BE49-F238E27FC236}">
                    <a16:creationId xmlns:a16="http://schemas.microsoft.com/office/drawing/2014/main" id="{94A44F50-52A8-4F77-BE5A-C6B9F2C0448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85960" y="2806920"/>
                <a:ext cx="520560" cy="1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853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A1EDF-D2D6-4F7E-B1CE-2A5274ED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A742AD-2AA8-4905-9A82-2E78E062A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</a:t>
            </a:r>
            <a:r>
              <a:rPr lang="en-US" altLang="ko-KR" b="1" i="0" dirty="0">
                <a:effectLst/>
                <a:latin typeface="system-ui"/>
              </a:rPr>
              <a:t>1: </a:t>
            </a:r>
            <a:r>
              <a:rPr lang="ko-KR" altLang="en-US" b="1" i="0" dirty="0">
                <a:effectLst/>
                <a:latin typeface="system-ui"/>
              </a:rPr>
              <a:t>택시운송업이 많은 곳은 노선수가 적다</a:t>
            </a:r>
            <a:r>
              <a:rPr lang="en-US" altLang="ko-KR" b="1" i="0" dirty="0">
                <a:effectLst/>
                <a:latin typeface="system-ui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D2CF822-A1DE-4471-8E3D-FB6DB40FA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24" y="2550518"/>
            <a:ext cx="5807152" cy="372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95EA30-7DE0-4CA2-A21E-840904F95902}"/>
              </a:ext>
            </a:extLst>
          </p:cNvPr>
          <p:cNvSpPr txBox="1"/>
          <p:nvPr/>
        </p:nvSpPr>
        <p:spPr>
          <a:xfrm>
            <a:off x="973397" y="1974733"/>
            <a:ext cx="769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택시운송업</a:t>
            </a:r>
            <a:r>
              <a:rPr lang="en-US" altLang="ko-KR" dirty="0"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와 </a:t>
            </a:r>
            <a:r>
              <a:rPr lang="en-US" altLang="ko-KR" dirty="0"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노선수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의 상관계수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-0.6236</a:t>
            </a:r>
          </a:p>
          <a:p>
            <a:r>
              <a:rPr lang="en-US" altLang="ko-KR" b="0" i="0" dirty="0">
                <a:effectLst/>
                <a:latin typeface="+mn-ea"/>
                <a:ea typeface="+mn-ea"/>
              </a:rPr>
              <a:t>P-Value:  0.000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8639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85111-9D75-4FC7-9ACF-6BD258E6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19B81-F926-4F40-AC69-90BD61359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</a:t>
            </a:r>
            <a:r>
              <a:rPr lang="en-US" altLang="ko-KR" b="1" i="0" dirty="0">
                <a:effectLst/>
                <a:latin typeface="system-ui"/>
              </a:rPr>
              <a:t>2: </a:t>
            </a:r>
            <a:r>
              <a:rPr lang="ko-KR" altLang="en-US" b="1" i="0" dirty="0">
                <a:effectLst/>
                <a:latin typeface="system-ui"/>
              </a:rPr>
              <a:t>택시운송업이 많은 지역은 승차 평균 승객수가 적다</a:t>
            </a:r>
            <a:r>
              <a:rPr lang="en-US" altLang="ko-KR" b="1" i="0" dirty="0">
                <a:effectLst/>
                <a:latin typeface="system-ui"/>
              </a:rPr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84C8A7-40DB-4359-A2EA-4B5025FE9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00" y="2623896"/>
            <a:ext cx="5806800" cy="372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120342-0CCA-45BB-A0A5-544581B692E2}"/>
              </a:ext>
            </a:extLst>
          </p:cNvPr>
          <p:cNvSpPr txBox="1"/>
          <p:nvPr/>
        </p:nvSpPr>
        <p:spPr>
          <a:xfrm>
            <a:off x="973397" y="1974733"/>
            <a:ext cx="769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택시운송업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과 </a:t>
            </a:r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승차 평균 </a:t>
            </a:r>
            <a:r>
              <a:rPr lang="ko-KR" altLang="en-US" b="0" i="0" dirty="0" err="1">
                <a:effectLst/>
                <a:latin typeface="+mn-ea"/>
                <a:ea typeface="+mn-ea"/>
              </a:rPr>
              <a:t>승객수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의 상관계수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-0.7719</a:t>
            </a:r>
          </a:p>
          <a:p>
            <a:r>
              <a:rPr lang="en-US" altLang="ko-KR" b="0" i="0" dirty="0">
                <a:effectLst/>
                <a:latin typeface="+mn-ea"/>
                <a:ea typeface="+mn-ea"/>
              </a:rPr>
              <a:t>P-Value</a:t>
            </a:r>
            <a:r>
              <a:rPr lang="en-US" altLang="ko-KR" dirty="0">
                <a:latin typeface="+mn-ea"/>
                <a:ea typeface="+mn-ea"/>
              </a:rPr>
              <a:t>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0.0000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014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4FF4-C4C4-409F-A2E7-3628602C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AE633E-10FE-4FB6-9E80-209D0619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</a:t>
            </a:r>
            <a:r>
              <a:rPr lang="en-US" altLang="ko-KR" b="1" i="0" dirty="0">
                <a:effectLst/>
                <a:latin typeface="system-ui"/>
              </a:rPr>
              <a:t>3: </a:t>
            </a:r>
            <a:r>
              <a:rPr lang="ko-KR" altLang="en-US" b="1" i="0" dirty="0">
                <a:effectLst/>
                <a:latin typeface="system-ui"/>
              </a:rPr>
              <a:t>승차평균승객수가 많으면 노선수가 많다</a:t>
            </a:r>
            <a:r>
              <a:rPr lang="en-US" altLang="ko-KR" b="1" i="0" dirty="0">
                <a:effectLst/>
                <a:latin typeface="system-ui"/>
              </a:rPr>
              <a:t>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9813E0C-716A-4547-9161-A739A532E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00" y="2630410"/>
            <a:ext cx="5806800" cy="371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38C074-87DE-47DB-A6D5-275EBF41F870}"/>
              </a:ext>
            </a:extLst>
          </p:cNvPr>
          <p:cNvSpPr txBox="1"/>
          <p:nvPr/>
        </p:nvSpPr>
        <p:spPr>
          <a:xfrm>
            <a:off x="973397" y="1974733"/>
            <a:ext cx="769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 err="1">
                <a:effectLst/>
                <a:latin typeface="+mn-ea"/>
                <a:ea typeface="+mn-ea"/>
              </a:rPr>
              <a:t>승차평균승객수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와 </a:t>
            </a:r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노선수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의 상관계수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0.5129</a:t>
            </a:r>
          </a:p>
          <a:p>
            <a:r>
              <a:rPr lang="en-US" altLang="ko-KR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P-value: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0.0087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2684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6FF96-CDA4-446A-9615-AD39D8F9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DD3D51-30CD-4197-AFF4-95ABAAB17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1217729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</a:t>
            </a:r>
            <a:r>
              <a:rPr lang="en-US" altLang="ko-KR" b="1" i="0" dirty="0">
                <a:effectLst/>
                <a:latin typeface="system-ui"/>
              </a:rPr>
              <a:t>4: </a:t>
            </a:r>
            <a:r>
              <a:rPr lang="ko-KR" altLang="en-US" b="1" i="0" dirty="0">
                <a:effectLst/>
                <a:latin typeface="system-ui"/>
              </a:rPr>
              <a:t>한식 육류 전문점은 </a:t>
            </a:r>
            <a:r>
              <a:rPr lang="en-US" altLang="ko-KR" b="1" i="0" dirty="0">
                <a:effectLst/>
                <a:latin typeface="system-ui"/>
              </a:rPr>
              <a:t>‘</a:t>
            </a:r>
            <a:r>
              <a:rPr lang="ko-KR" altLang="en-US" b="1" i="0" dirty="0">
                <a:effectLst/>
                <a:latin typeface="system-ui"/>
              </a:rPr>
              <a:t>한식 일반 음식점</a:t>
            </a:r>
            <a:r>
              <a:rPr lang="en-US" altLang="ko-KR" b="1" i="0" dirty="0">
                <a:effectLst/>
                <a:latin typeface="system-ui"/>
              </a:rPr>
              <a:t>, </a:t>
            </a:r>
            <a:r>
              <a:rPr lang="ko-KR" altLang="en-US" b="1" i="0" dirty="0">
                <a:effectLst/>
                <a:latin typeface="system-ui"/>
              </a:rPr>
              <a:t>부동산 중개 및 대리업</a:t>
            </a:r>
            <a:r>
              <a:rPr lang="en-US" altLang="ko-KR" b="1" i="0" dirty="0">
                <a:effectLst/>
                <a:latin typeface="system-ui"/>
              </a:rPr>
              <a:t>, </a:t>
            </a:r>
            <a:r>
              <a:rPr lang="ko-KR" altLang="en-US" b="1" i="0" dirty="0">
                <a:effectLst/>
                <a:latin typeface="system-ui"/>
              </a:rPr>
              <a:t>두발미용</a:t>
            </a:r>
            <a:r>
              <a:rPr lang="en-US" altLang="ko-KR" b="1" i="0" dirty="0">
                <a:effectLst/>
                <a:latin typeface="system-ui"/>
              </a:rPr>
              <a:t>, </a:t>
            </a:r>
            <a:r>
              <a:rPr lang="ko-KR" altLang="en-US" b="1" i="0" dirty="0">
                <a:effectLst/>
                <a:latin typeface="system-ui"/>
              </a:rPr>
              <a:t>커피전문점</a:t>
            </a:r>
            <a:r>
              <a:rPr lang="en-US" altLang="ko-KR" b="1" i="0" dirty="0">
                <a:effectLst/>
                <a:latin typeface="system-ui"/>
              </a:rPr>
              <a:t>’</a:t>
            </a:r>
            <a:r>
              <a:rPr lang="ko-KR" altLang="en-US" b="1" i="0" dirty="0">
                <a:effectLst/>
                <a:latin typeface="system-ui"/>
              </a:rPr>
              <a:t>과 관계가 있으며</a:t>
            </a:r>
            <a:r>
              <a:rPr lang="en-US" altLang="ko-KR" b="1" i="0" dirty="0">
                <a:effectLst/>
                <a:latin typeface="system-ui"/>
              </a:rPr>
              <a:t>, </a:t>
            </a:r>
            <a:r>
              <a:rPr lang="ko-KR" altLang="en-US" b="1" i="0" dirty="0">
                <a:effectLst/>
                <a:latin typeface="system-ui"/>
              </a:rPr>
              <a:t>이들 간의 상관관계는 대표성을 가진다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D651649-3F5D-4A93-AB50-0B32B23E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11551"/>
            <a:ext cx="8382000" cy="353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2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2C1E9-AC5F-4A34-BD77-3CF7ADB2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1FC7D6-DD57-4FC6-9959-B0AE8AF3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</a:t>
            </a:r>
            <a:r>
              <a:rPr lang="en-US" altLang="ko-KR" b="1" i="0" dirty="0">
                <a:effectLst/>
                <a:latin typeface="system-ui"/>
              </a:rPr>
              <a:t>5: </a:t>
            </a:r>
            <a:r>
              <a:rPr lang="ko-KR" altLang="en-US" b="1" i="0" dirty="0" err="1">
                <a:effectLst/>
                <a:latin typeface="system-ui"/>
              </a:rPr>
              <a:t>한식육류요리</a:t>
            </a:r>
            <a:r>
              <a:rPr lang="ko-KR" altLang="en-US" b="1" i="0" dirty="0">
                <a:effectLst/>
                <a:latin typeface="system-ui"/>
              </a:rPr>
              <a:t> 전문점은 총이동인구와 관련이 있다</a:t>
            </a:r>
            <a:r>
              <a:rPr lang="en-US" altLang="ko-KR" b="1" i="0" dirty="0">
                <a:effectLst/>
                <a:latin typeface="system-ui"/>
              </a:rPr>
              <a:t>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EEAC616-B0FF-4E68-81AE-D8AA82028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00" y="2548519"/>
            <a:ext cx="5806800" cy="379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61C55A-0119-4C7D-9A69-B05386032044}"/>
              </a:ext>
            </a:extLst>
          </p:cNvPr>
          <p:cNvSpPr txBox="1"/>
          <p:nvPr/>
        </p:nvSpPr>
        <p:spPr>
          <a:xfrm>
            <a:off x="973397" y="1974733"/>
            <a:ext cx="769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한식 육류요리 전문점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와 </a:t>
            </a:r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총 이동인구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의 상관계수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0.9147 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P</a:t>
            </a:r>
            <a:r>
              <a:rPr lang="en-US" altLang="ko-KR" b="0" i="0" dirty="0">
                <a:effectLst/>
                <a:latin typeface="+mn-ea"/>
                <a:ea typeface="+mn-ea"/>
              </a:rPr>
              <a:t>-Value: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0.0000 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223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A0A99-D41C-4970-888A-74C3EBA4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이변량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2085FE-6CFE-414E-B39A-6F3E7EE53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</a:t>
            </a:r>
            <a:r>
              <a:rPr lang="en-US" altLang="ko-KR" b="1" i="0" dirty="0">
                <a:effectLst/>
                <a:latin typeface="system-ui"/>
              </a:rPr>
              <a:t>6: </a:t>
            </a:r>
            <a:r>
              <a:rPr lang="ko-KR" altLang="en-US" b="1" i="0" dirty="0">
                <a:effectLst/>
                <a:latin typeface="system-ui"/>
              </a:rPr>
              <a:t>총이동인구 수는 총 승객수와 관련이 있다</a:t>
            </a:r>
            <a:r>
              <a:rPr lang="en-US" altLang="ko-KR" b="1" i="0" dirty="0">
                <a:effectLst/>
                <a:latin typeface="system-ui"/>
              </a:rPr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ADCABD3-D4DB-43A1-B5C1-FE1230A43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00" y="2606214"/>
            <a:ext cx="5806800" cy="374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B9D9DC-76B0-4C0F-B276-B459A61B8FBA}"/>
              </a:ext>
            </a:extLst>
          </p:cNvPr>
          <p:cNvSpPr txBox="1"/>
          <p:nvPr/>
        </p:nvSpPr>
        <p:spPr>
          <a:xfrm>
            <a:off x="973397" y="1974733"/>
            <a:ext cx="769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>
                <a:effectLst/>
                <a:latin typeface="+mn-ea"/>
                <a:ea typeface="+mn-ea"/>
              </a:rPr>
              <a:t>총 이동인구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와 </a:t>
            </a:r>
            <a:r>
              <a:rPr lang="en-US" altLang="ko-KR" b="0" i="0" dirty="0">
                <a:effectLst/>
                <a:latin typeface="+mn-ea"/>
                <a:ea typeface="+mn-ea"/>
              </a:rPr>
              <a:t>‘</a:t>
            </a:r>
            <a:r>
              <a:rPr lang="ko-KR" altLang="en-US" b="0" i="0" dirty="0" err="1">
                <a:effectLst/>
                <a:latin typeface="+mn-ea"/>
                <a:ea typeface="+mn-ea"/>
              </a:rPr>
              <a:t>승차총승객수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’</a:t>
            </a:r>
            <a:r>
              <a:rPr lang="ko-KR" altLang="en-US" b="0" i="0" dirty="0">
                <a:effectLst/>
                <a:latin typeface="+mn-ea"/>
                <a:ea typeface="+mn-ea"/>
              </a:rPr>
              <a:t>의 상관계수</a:t>
            </a:r>
            <a:r>
              <a:rPr lang="en-US" altLang="ko-KR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0.6315</a:t>
            </a:r>
          </a:p>
          <a:p>
            <a:r>
              <a:rPr lang="en-US" altLang="ko-KR" b="0" i="0" dirty="0">
                <a:effectLst/>
                <a:latin typeface="+mn-ea"/>
                <a:ea typeface="+mn-ea"/>
              </a:rPr>
              <a:t>P-Value:</a:t>
            </a:r>
            <a:r>
              <a:rPr lang="ko-KR" altLang="en-US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b="0" i="0" dirty="0">
                <a:effectLst/>
                <a:latin typeface="+mn-ea"/>
                <a:ea typeface="+mn-ea"/>
              </a:rPr>
              <a:t>0.0007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4497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30DB6E6-1765-4F18-B26F-DBACAFEC9941}"/>
              </a:ext>
            </a:extLst>
          </p:cNvPr>
          <p:cNvCxnSpPr>
            <a:cxnSpLocks/>
          </p:cNvCxnSpPr>
          <p:nvPr/>
        </p:nvCxnSpPr>
        <p:spPr>
          <a:xfrm>
            <a:off x="2991394" y="2390503"/>
            <a:ext cx="9535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DAA013-610D-4128-A04A-4BEA053B362D}"/>
              </a:ext>
            </a:extLst>
          </p:cNvPr>
          <p:cNvSpPr txBox="1"/>
          <p:nvPr/>
        </p:nvSpPr>
        <p:spPr>
          <a:xfrm>
            <a:off x="4139117" y="2239209"/>
            <a:ext cx="5280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600" b="1" i="0" dirty="0">
                <a:effectLst/>
                <a:latin typeface="system-ui"/>
              </a:rPr>
              <a:t>“ </a:t>
            </a:r>
            <a:r>
              <a:rPr lang="ko-KR" altLang="en-US" sz="1600" b="1" i="0" dirty="0">
                <a:effectLst/>
                <a:latin typeface="system-ui"/>
              </a:rPr>
              <a:t>버스 노선 추가 필요 대상 지역</a:t>
            </a:r>
            <a:r>
              <a:rPr lang="en-US" altLang="ko-KR" sz="1600" b="1" i="0" dirty="0">
                <a:effectLst/>
                <a:latin typeface="system-ui"/>
              </a:rPr>
              <a:t>(</a:t>
            </a:r>
            <a:r>
              <a:rPr lang="ko-KR" altLang="en-US" sz="1600" b="1" i="0" dirty="0">
                <a:effectLst/>
                <a:latin typeface="system-ui"/>
              </a:rPr>
              <a:t>구 단위</a:t>
            </a:r>
            <a:r>
              <a:rPr lang="en-US" altLang="ko-KR" sz="1600" b="1" i="0" dirty="0">
                <a:effectLst/>
                <a:latin typeface="system-ui"/>
              </a:rPr>
              <a:t>)</a:t>
            </a:r>
            <a:r>
              <a:rPr lang="ko-KR" altLang="en-US" sz="1600" b="1" i="0" dirty="0">
                <a:effectLst/>
                <a:latin typeface="system-ui"/>
              </a:rPr>
              <a:t>을 선정한다</a:t>
            </a:r>
            <a:r>
              <a:rPr lang="en-US" altLang="ko-KR" sz="1600" b="1" i="0" dirty="0">
                <a:effectLst/>
                <a:latin typeface="system-ui"/>
              </a:rPr>
              <a:t>.  ”</a:t>
            </a:r>
            <a:endParaRPr lang="ko-KR" altLang="en-US" sz="1600" b="1" i="0" dirty="0">
              <a:effectLst/>
              <a:latin typeface="system-ui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77B461-B99E-424E-8D9B-19E8BFF6D417}"/>
              </a:ext>
            </a:extLst>
          </p:cNvPr>
          <p:cNvSpPr/>
          <p:nvPr/>
        </p:nvSpPr>
        <p:spPr>
          <a:xfrm>
            <a:off x="486680" y="2233749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비즈니스 문제 정의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093777-B60F-4F0F-BF43-719C05E0F367}"/>
              </a:ext>
            </a:extLst>
          </p:cNvPr>
          <p:cNvSpPr/>
          <p:nvPr/>
        </p:nvSpPr>
        <p:spPr>
          <a:xfrm>
            <a:off x="486680" y="2752327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수립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F6F80D-C254-4979-BAA8-E128E8A8682C}"/>
              </a:ext>
            </a:extLst>
          </p:cNvPr>
          <p:cNvSpPr/>
          <p:nvPr/>
        </p:nvSpPr>
        <p:spPr>
          <a:xfrm>
            <a:off x="486679" y="3270905"/>
            <a:ext cx="2310581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수집</a:t>
            </a:r>
            <a:r>
              <a:rPr lang="en-US" altLang="ko-KR" dirty="0"/>
              <a:t>/</a:t>
            </a:r>
            <a:r>
              <a:rPr lang="ko-KR" altLang="en-US" dirty="0"/>
              <a:t>분석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A2F660-7BAE-474E-9205-D42FE90E2A02}"/>
              </a:ext>
            </a:extLst>
          </p:cNvPr>
          <p:cNvSpPr/>
          <p:nvPr/>
        </p:nvSpPr>
        <p:spPr>
          <a:xfrm>
            <a:off x="496280" y="3789483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검증하기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62251F-2103-4531-8012-781CEC616072}"/>
              </a:ext>
            </a:extLst>
          </p:cNvPr>
          <p:cNvSpPr/>
          <p:nvPr/>
        </p:nvSpPr>
        <p:spPr>
          <a:xfrm>
            <a:off x="496280" y="4248731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비즈니스 관점 평가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7A016A-F803-45B1-AAF2-C6B3A858FBE8}"/>
              </a:ext>
            </a:extLst>
          </p:cNvPr>
          <p:cNvSpPr/>
          <p:nvPr/>
        </p:nvSpPr>
        <p:spPr>
          <a:xfrm>
            <a:off x="486679" y="4700266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결론 도출</a:t>
            </a:r>
          </a:p>
        </p:txBody>
      </p:sp>
      <p:sp>
        <p:nvSpPr>
          <p:cNvPr id="28" name="Google Shape;57;p11">
            <a:extLst>
              <a:ext uri="{FF2B5EF4-FFF2-40B4-BE49-F238E27FC236}">
                <a16:creationId xmlns:a16="http://schemas.microsoft.com/office/drawing/2014/main" id="{BEFA1E57-DBFC-498B-8CB1-36B922DDA1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62227633-4C64-479B-B1BA-34EAEE66A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>
                <a:effectLst/>
                <a:latin typeface="system-ui"/>
              </a:rPr>
              <a:t>비즈니스 문제 정의</a:t>
            </a:r>
            <a:endParaRPr lang="en-US" altLang="ko-KR" b="1" i="0" dirty="0">
              <a:effectLst/>
              <a:latin typeface="system-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F58B5F-C125-4FAF-BD9D-06811F68635C}"/>
              </a:ext>
            </a:extLst>
          </p:cNvPr>
          <p:cNvSpPr txBox="1"/>
          <p:nvPr/>
        </p:nvSpPr>
        <p:spPr>
          <a:xfrm>
            <a:off x="4139117" y="2756744"/>
            <a:ext cx="52802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effectLst/>
                <a:latin typeface="system-ui"/>
              </a:rPr>
              <a:t>변수의 비즈니스 의미</a:t>
            </a:r>
            <a:endParaRPr lang="en-US" altLang="ko-KR" sz="1600" b="1" i="0" dirty="0">
              <a:effectLst/>
              <a:latin typeface="system-ui"/>
            </a:endParaRPr>
          </a:p>
          <a:p>
            <a:pPr marL="400050" indent="-400050" algn="l">
              <a:buFont typeface="+mj-lt"/>
              <a:buAutoNum type="romanUcPeriod"/>
            </a:pPr>
            <a:endParaRPr lang="en-US" altLang="ko-KR" sz="1600" b="1" dirty="0">
              <a:latin typeface="system-ui"/>
            </a:endParaRPr>
          </a:p>
          <a:p>
            <a:pPr marL="400050" indent="-400050" algn="l">
              <a:buFont typeface="+mj-lt"/>
              <a:buAutoNum type="romanUcPeriod"/>
            </a:pPr>
            <a:r>
              <a:rPr lang="ko-KR" altLang="en-US" sz="1600" b="1" i="0" dirty="0">
                <a:effectLst/>
                <a:latin typeface="system-ui"/>
              </a:rPr>
              <a:t>자치구별 교통 수요</a:t>
            </a:r>
            <a:br>
              <a:rPr lang="en-US" altLang="ko-KR" sz="1600" b="1" i="0" dirty="0">
                <a:effectLst/>
                <a:latin typeface="system-ui"/>
              </a:rPr>
            </a:br>
            <a:r>
              <a:rPr lang="ko-KR" altLang="en-US" sz="1600" i="0" dirty="0" err="1">
                <a:effectLst/>
                <a:latin typeface="system-ui"/>
              </a:rPr>
              <a:t>승차총승객수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 err="1">
                <a:effectLst/>
                <a:latin typeface="system-ui"/>
              </a:rPr>
              <a:t>하차총승객수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 err="1">
                <a:effectLst/>
                <a:latin typeface="system-ui"/>
              </a:rPr>
              <a:t>승차평균승객수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 err="1">
                <a:effectLst/>
                <a:latin typeface="system-ui"/>
              </a:rPr>
              <a:t>하차평균승객수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>
                <a:effectLst/>
                <a:latin typeface="system-ui"/>
              </a:rPr>
              <a:t>평균 이동 시간</a:t>
            </a:r>
            <a:r>
              <a:rPr lang="en-US" altLang="ko-KR" sz="1600" i="0" dirty="0">
                <a:effectLst/>
                <a:latin typeface="system-ui"/>
              </a:rPr>
              <a:t>(</a:t>
            </a:r>
            <a:r>
              <a:rPr lang="ko-KR" altLang="en-US" sz="1600" i="0" dirty="0">
                <a:effectLst/>
                <a:latin typeface="system-ui"/>
              </a:rPr>
              <a:t>분</a:t>
            </a:r>
            <a:r>
              <a:rPr lang="en-US" altLang="ko-KR" sz="1600" i="0" dirty="0">
                <a:effectLst/>
                <a:latin typeface="system-ui"/>
              </a:rPr>
              <a:t>), </a:t>
            </a:r>
            <a:r>
              <a:rPr lang="ko-KR" altLang="en-US" sz="1600" i="0" dirty="0">
                <a:effectLst/>
                <a:latin typeface="system-ui"/>
              </a:rPr>
              <a:t>이동인구</a:t>
            </a:r>
            <a:r>
              <a:rPr lang="en-US" altLang="ko-KR" sz="1600" i="0" dirty="0">
                <a:effectLst/>
                <a:latin typeface="system-ui"/>
              </a:rPr>
              <a:t>(</a:t>
            </a:r>
            <a:r>
              <a:rPr lang="ko-KR" altLang="en-US" sz="1600" i="0" dirty="0">
                <a:effectLst/>
                <a:latin typeface="system-ui"/>
              </a:rPr>
              <a:t>합</a:t>
            </a:r>
            <a:r>
              <a:rPr lang="en-US" altLang="ko-KR" sz="1600" i="0" dirty="0">
                <a:effectLst/>
                <a:latin typeface="system-ui"/>
              </a:rPr>
              <a:t>), </a:t>
            </a:r>
            <a:r>
              <a:rPr lang="ko-KR" altLang="en-US" sz="1600" i="0" dirty="0">
                <a:effectLst/>
                <a:latin typeface="system-ui"/>
              </a:rPr>
              <a:t>총</a:t>
            </a:r>
            <a:r>
              <a:rPr lang="en-US" altLang="ko-KR" sz="1600" dirty="0">
                <a:latin typeface="system-ui"/>
              </a:rPr>
              <a:t> </a:t>
            </a:r>
            <a:r>
              <a:rPr lang="ko-KR" altLang="en-US" sz="1600" i="0" dirty="0">
                <a:effectLst/>
                <a:latin typeface="system-ui"/>
              </a:rPr>
              <a:t>이동 시간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>
                <a:effectLst/>
                <a:latin typeface="system-ui"/>
              </a:rPr>
              <a:t>총 이동인구</a:t>
            </a:r>
            <a:endParaRPr lang="en-US" altLang="ko-KR" sz="1600" i="0" dirty="0">
              <a:effectLst/>
              <a:latin typeface="system-ui"/>
            </a:endParaRPr>
          </a:p>
          <a:p>
            <a:pPr marL="400050" indent="-400050" algn="l">
              <a:buFont typeface="+mj-lt"/>
              <a:buAutoNum type="romanUcPeriod"/>
            </a:pPr>
            <a:endParaRPr lang="ko-KR" altLang="en-US" sz="1600" b="1" i="0" dirty="0">
              <a:effectLst/>
              <a:latin typeface="system-ui"/>
            </a:endParaRPr>
          </a:p>
          <a:p>
            <a:pPr marL="400050" indent="-400050" algn="l">
              <a:buFont typeface="+mj-lt"/>
              <a:buAutoNum type="romanUcPeriod"/>
            </a:pPr>
            <a:r>
              <a:rPr lang="ko-KR" altLang="en-US" sz="1600" b="1" i="0" dirty="0">
                <a:effectLst/>
                <a:latin typeface="system-ui"/>
              </a:rPr>
              <a:t>자치구별 교통 공급</a:t>
            </a:r>
            <a:br>
              <a:rPr lang="en-US" altLang="ko-KR" sz="1600" b="1" i="0" dirty="0">
                <a:effectLst/>
                <a:latin typeface="system-ui"/>
              </a:rPr>
            </a:br>
            <a:r>
              <a:rPr lang="ko-KR" altLang="en-US" sz="1600" i="0" dirty="0">
                <a:effectLst/>
                <a:latin typeface="system-ui"/>
              </a:rPr>
              <a:t>정류장수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>
                <a:effectLst/>
                <a:latin typeface="system-ui"/>
              </a:rPr>
              <a:t>노선수</a:t>
            </a:r>
            <a:endParaRPr lang="en-US" altLang="ko-KR" sz="1600" i="0" dirty="0">
              <a:effectLst/>
              <a:latin typeface="system-ui"/>
            </a:endParaRPr>
          </a:p>
          <a:p>
            <a:pPr marL="400050" indent="-400050" algn="l">
              <a:buFont typeface="+mj-lt"/>
              <a:buAutoNum type="romanUcPeriod"/>
            </a:pPr>
            <a:endParaRPr lang="en-US" altLang="ko-KR" sz="1600" b="1" dirty="0">
              <a:latin typeface="system-ui"/>
            </a:endParaRPr>
          </a:p>
          <a:p>
            <a:pPr marL="400050" indent="-400050" algn="l">
              <a:buFont typeface="+mj-lt"/>
              <a:buAutoNum type="romanUcPeriod"/>
            </a:pPr>
            <a:r>
              <a:rPr lang="ko-KR" altLang="en-US" sz="1600" b="1" i="0" dirty="0">
                <a:effectLst/>
                <a:latin typeface="system-ui"/>
              </a:rPr>
              <a:t>자치구별 입지</a:t>
            </a:r>
            <a:br>
              <a:rPr lang="en-US" altLang="ko-KR" sz="1600" b="1" i="0" dirty="0">
                <a:effectLst/>
                <a:latin typeface="system-ui"/>
              </a:rPr>
            </a:br>
            <a:r>
              <a:rPr lang="ko-KR" altLang="en-US" sz="1600" b="1" i="0" dirty="0">
                <a:effectLst/>
                <a:latin typeface="system-ui"/>
              </a:rPr>
              <a:t> </a:t>
            </a:r>
            <a:r>
              <a:rPr lang="ko-KR" altLang="en-US" sz="1600" i="0" dirty="0">
                <a:effectLst/>
                <a:latin typeface="system-ui"/>
              </a:rPr>
              <a:t>기타 업종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>
                <a:effectLst/>
                <a:latin typeface="system-ui"/>
              </a:rPr>
              <a:t>남자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>
                <a:effectLst/>
                <a:latin typeface="system-ui"/>
              </a:rPr>
              <a:t>여자</a:t>
            </a:r>
            <a:r>
              <a:rPr lang="en-US" altLang="ko-KR" sz="1600" i="0" dirty="0">
                <a:effectLst/>
                <a:latin typeface="system-ui"/>
              </a:rPr>
              <a:t>, </a:t>
            </a:r>
            <a:r>
              <a:rPr lang="ko-KR" altLang="en-US" sz="1600" i="0" dirty="0">
                <a:effectLst/>
                <a:latin typeface="system-ui"/>
              </a:rPr>
              <a:t>총계</a:t>
            </a:r>
          </a:p>
        </p:txBody>
      </p:sp>
    </p:spTree>
    <p:extLst>
      <p:ext uri="{BB962C8B-B14F-4D97-AF65-F5344CB8AC3E}">
        <p14:creationId xmlns:p14="http://schemas.microsoft.com/office/powerpoint/2010/main" val="1265360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8D5C89E-D946-4090-BDBB-F0E11183A264}"/>
              </a:ext>
            </a:extLst>
          </p:cNvPr>
          <p:cNvSpPr txBox="1"/>
          <p:nvPr/>
        </p:nvSpPr>
        <p:spPr>
          <a:xfrm>
            <a:off x="4310742" y="1920477"/>
            <a:ext cx="4994474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effectLst/>
                <a:latin typeface="system-ui"/>
              </a:rPr>
              <a:t>가설</a:t>
            </a: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i="0" dirty="0">
                <a:effectLst/>
                <a:latin typeface="+mn-lt"/>
              </a:rPr>
              <a:t>택시운송업이 있는 곳은 노선수가 적다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i="0" dirty="0">
                <a:effectLst/>
                <a:latin typeface="+mn-lt"/>
              </a:rPr>
              <a:t>택시운송업이 많은 지역은 총 승객수가 적다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i="0" dirty="0">
                <a:effectLst/>
                <a:latin typeface="+mn-lt"/>
              </a:rPr>
              <a:t>총 승객수가 많으면 노선수가 많다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i="0" dirty="0">
                <a:effectLst/>
                <a:latin typeface="+mn-lt"/>
              </a:rPr>
              <a:t>한식 육류 전문점은 한식 일반 음식점</a:t>
            </a:r>
            <a:r>
              <a:rPr lang="en-US" altLang="ko-KR" sz="1600" b="1" i="0" dirty="0">
                <a:effectLst/>
                <a:latin typeface="+mn-lt"/>
              </a:rPr>
              <a:t>, </a:t>
            </a:r>
            <a:r>
              <a:rPr lang="ko-KR" altLang="en-US" sz="1600" b="1" i="0" dirty="0">
                <a:effectLst/>
                <a:latin typeface="+mn-lt"/>
              </a:rPr>
              <a:t>부동산 중개 및 대리업</a:t>
            </a:r>
            <a:r>
              <a:rPr lang="en-US" altLang="ko-KR" sz="1600" b="1" i="0" dirty="0">
                <a:effectLst/>
                <a:latin typeface="+mn-lt"/>
              </a:rPr>
              <a:t>, </a:t>
            </a:r>
            <a:r>
              <a:rPr lang="ko-KR" altLang="en-US" sz="1600" b="1" i="0" dirty="0">
                <a:effectLst/>
                <a:latin typeface="+mn-lt"/>
              </a:rPr>
              <a:t>두발미용</a:t>
            </a:r>
            <a:r>
              <a:rPr lang="en-US" altLang="ko-KR" sz="1600" b="1" i="0" dirty="0">
                <a:effectLst/>
                <a:latin typeface="+mn-lt"/>
              </a:rPr>
              <a:t>, </a:t>
            </a:r>
            <a:r>
              <a:rPr lang="ko-KR" altLang="en-US" sz="1600" b="1" i="0" dirty="0">
                <a:effectLst/>
                <a:latin typeface="+mn-lt"/>
              </a:rPr>
              <a:t>커피전문점의 대표성을 가진다</a:t>
            </a:r>
            <a:r>
              <a:rPr lang="en-US" altLang="ko-KR" sz="1600" b="1" i="0" dirty="0">
                <a:effectLst/>
                <a:latin typeface="+mn-lt"/>
              </a:rPr>
              <a:t>. </a:t>
            </a: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i="0" dirty="0" err="1">
                <a:effectLst/>
                <a:latin typeface="+mn-lt"/>
              </a:rPr>
              <a:t>한식육류요리</a:t>
            </a:r>
            <a:r>
              <a:rPr lang="ko-KR" altLang="en-US" sz="1600" b="1" i="0" dirty="0">
                <a:effectLst/>
                <a:latin typeface="+mn-lt"/>
              </a:rPr>
              <a:t> 전문점은 총이동인구와 관련이 있다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i="0" dirty="0">
                <a:effectLst/>
                <a:latin typeface="+mn-lt"/>
              </a:rPr>
              <a:t>총이동인구 수는 총 승객수와 관련이 있다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899121-DB1C-4A7B-8A5B-1656FCC35E0C}"/>
              </a:ext>
            </a:extLst>
          </p:cNvPr>
          <p:cNvSpPr/>
          <p:nvPr/>
        </p:nvSpPr>
        <p:spPr>
          <a:xfrm>
            <a:off x="486680" y="2233749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비즈니스 문제 정의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F2AE89-1E60-4ADC-B6EB-56216EB28749}"/>
              </a:ext>
            </a:extLst>
          </p:cNvPr>
          <p:cNvSpPr/>
          <p:nvPr/>
        </p:nvSpPr>
        <p:spPr>
          <a:xfrm>
            <a:off x="486680" y="2752327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수립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2CE2CF-B0BA-4E27-8F1F-6BCDB825DBC4}"/>
              </a:ext>
            </a:extLst>
          </p:cNvPr>
          <p:cNvSpPr/>
          <p:nvPr/>
        </p:nvSpPr>
        <p:spPr>
          <a:xfrm>
            <a:off x="486679" y="3270905"/>
            <a:ext cx="2310581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수집</a:t>
            </a:r>
            <a:r>
              <a:rPr lang="en-US" altLang="ko-KR" dirty="0"/>
              <a:t>/</a:t>
            </a:r>
            <a:r>
              <a:rPr lang="ko-KR" altLang="en-US" dirty="0"/>
              <a:t>분석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0F98F8-CC56-4915-A2BA-210ADBB6F1D0}"/>
              </a:ext>
            </a:extLst>
          </p:cNvPr>
          <p:cNvSpPr/>
          <p:nvPr/>
        </p:nvSpPr>
        <p:spPr>
          <a:xfrm>
            <a:off x="496280" y="3789483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검증하기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AC533A-F5A6-42F0-A397-55453E0E3A7E}"/>
              </a:ext>
            </a:extLst>
          </p:cNvPr>
          <p:cNvSpPr/>
          <p:nvPr/>
        </p:nvSpPr>
        <p:spPr>
          <a:xfrm>
            <a:off x="496280" y="4248731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비즈니스 관점 평가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D2946C-A180-49FA-BFC6-3B11FF17D35D}"/>
              </a:ext>
            </a:extLst>
          </p:cNvPr>
          <p:cNvSpPr/>
          <p:nvPr/>
        </p:nvSpPr>
        <p:spPr>
          <a:xfrm>
            <a:off x="486679" y="4700266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결론 도출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858573B-6F32-4D34-8466-E1F7AC23C77E}"/>
              </a:ext>
            </a:extLst>
          </p:cNvPr>
          <p:cNvCxnSpPr>
            <a:cxnSpLocks/>
          </p:cNvCxnSpPr>
          <p:nvPr/>
        </p:nvCxnSpPr>
        <p:spPr>
          <a:xfrm>
            <a:off x="2991394" y="2926084"/>
            <a:ext cx="9535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57;p11">
            <a:extLst>
              <a:ext uri="{FF2B5EF4-FFF2-40B4-BE49-F238E27FC236}">
                <a16:creationId xmlns:a16="http://schemas.microsoft.com/office/drawing/2014/main" id="{8DF338AA-B194-41E5-B1AF-4E5626304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911BE8A3-87FE-4D0D-9950-9B76932C4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수립</a:t>
            </a:r>
            <a:endParaRPr lang="en-US" altLang="ko-KR" b="1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446489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022AD98-3565-43BF-8C6C-F5C30F91575D}"/>
              </a:ext>
            </a:extLst>
          </p:cNvPr>
          <p:cNvSpPr/>
          <p:nvPr/>
        </p:nvSpPr>
        <p:spPr>
          <a:xfrm>
            <a:off x="486680" y="2233749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비즈니스 문제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C0CBFB-6FB5-4598-9DCF-1192ED9B427E}"/>
              </a:ext>
            </a:extLst>
          </p:cNvPr>
          <p:cNvSpPr/>
          <p:nvPr/>
        </p:nvSpPr>
        <p:spPr>
          <a:xfrm>
            <a:off x="486680" y="2752327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수립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D1162F-9C1C-4DCD-976E-2EEC41232F18}"/>
              </a:ext>
            </a:extLst>
          </p:cNvPr>
          <p:cNvSpPr/>
          <p:nvPr/>
        </p:nvSpPr>
        <p:spPr>
          <a:xfrm>
            <a:off x="486679" y="3270905"/>
            <a:ext cx="2310581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수집</a:t>
            </a:r>
            <a:r>
              <a:rPr lang="en-US" altLang="ko-KR" dirty="0"/>
              <a:t>/</a:t>
            </a:r>
            <a:r>
              <a:rPr lang="ko-KR" altLang="en-US" dirty="0"/>
              <a:t>분석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E559F4-A678-4B79-BF28-138DF7549377}"/>
              </a:ext>
            </a:extLst>
          </p:cNvPr>
          <p:cNvSpPr/>
          <p:nvPr/>
        </p:nvSpPr>
        <p:spPr>
          <a:xfrm>
            <a:off x="496280" y="3789483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검증하기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7EE670-445A-4D4D-AAFC-197C03C07D6B}"/>
              </a:ext>
            </a:extLst>
          </p:cNvPr>
          <p:cNvSpPr/>
          <p:nvPr/>
        </p:nvSpPr>
        <p:spPr>
          <a:xfrm>
            <a:off x="496280" y="4248731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비즈니스 관점 평가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5E5E4B-411C-450A-8521-D8CC908BBEF5}"/>
              </a:ext>
            </a:extLst>
          </p:cNvPr>
          <p:cNvSpPr/>
          <p:nvPr/>
        </p:nvSpPr>
        <p:spPr>
          <a:xfrm>
            <a:off x="486679" y="4700266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결론 도출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139DA2-34F3-429C-877F-EA612469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860" y="3868194"/>
            <a:ext cx="4712104" cy="18049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7AAF9F9-0E72-4B26-81E7-C46804ABD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592" y="2079578"/>
            <a:ext cx="2162477" cy="1190791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C09ABF5-CA59-415F-A1B4-BAF25F8E51EE}"/>
              </a:ext>
            </a:extLst>
          </p:cNvPr>
          <p:cNvCxnSpPr>
            <a:cxnSpLocks/>
          </p:cNvCxnSpPr>
          <p:nvPr/>
        </p:nvCxnSpPr>
        <p:spPr>
          <a:xfrm>
            <a:off x="2991394" y="3422471"/>
            <a:ext cx="9535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219133-4099-42AA-9E12-ED9BCCB3F73F}"/>
              </a:ext>
            </a:extLst>
          </p:cNvPr>
          <p:cNvSpPr txBox="1"/>
          <p:nvPr/>
        </p:nvSpPr>
        <p:spPr>
          <a:xfrm>
            <a:off x="4371592" y="1661991"/>
            <a:ext cx="1689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데이터 수집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69247F-C059-469A-856E-61EAA08C6E1F}"/>
              </a:ext>
            </a:extLst>
          </p:cNvPr>
          <p:cNvSpPr txBox="1"/>
          <p:nvPr/>
        </p:nvSpPr>
        <p:spPr>
          <a:xfrm>
            <a:off x="4371592" y="3415393"/>
            <a:ext cx="1689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데이터 가공</a:t>
            </a:r>
          </a:p>
        </p:txBody>
      </p:sp>
      <p:sp>
        <p:nvSpPr>
          <p:cNvPr id="24" name="Google Shape;57;p11">
            <a:extLst>
              <a:ext uri="{FF2B5EF4-FFF2-40B4-BE49-F238E27FC236}">
                <a16:creationId xmlns:a16="http://schemas.microsoft.com/office/drawing/2014/main" id="{D3C02B0C-9301-44EE-8FE3-5F80F93D3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DB45F058-9F3F-4859-8CA4-53F1E4188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데이터 수집</a:t>
            </a:r>
            <a:r>
              <a:rPr lang="en-US" altLang="ko-KR" b="1" i="0" dirty="0">
                <a:effectLst/>
                <a:latin typeface="system-ui"/>
              </a:rPr>
              <a:t>/</a:t>
            </a:r>
            <a:r>
              <a:rPr lang="ko-KR" altLang="en-US" b="1" i="0" dirty="0">
                <a:effectLst/>
                <a:latin typeface="system-ui"/>
              </a:rPr>
              <a:t>분석</a:t>
            </a:r>
            <a:endParaRPr lang="en-US" altLang="ko-KR" b="1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6342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5EEE24-49C2-42B3-8F7A-E2396545B35B}"/>
              </a:ext>
            </a:extLst>
          </p:cNvPr>
          <p:cNvSpPr/>
          <p:nvPr/>
        </p:nvSpPr>
        <p:spPr>
          <a:xfrm>
            <a:off x="486680" y="2233749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비즈니스 문제 정의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EE2973-3A42-4FB4-99B5-9CFC6F68F065}"/>
              </a:ext>
            </a:extLst>
          </p:cNvPr>
          <p:cNvSpPr/>
          <p:nvPr/>
        </p:nvSpPr>
        <p:spPr>
          <a:xfrm>
            <a:off x="486680" y="2752327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수립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C7FD9E-5222-49BD-B601-FD564DFF7806}"/>
              </a:ext>
            </a:extLst>
          </p:cNvPr>
          <p:cNvSpPr/>
          <p:nvPr/>
        </p:nvSpPr>
        <p:spPr>
          <a:xfrm>
            <a:off x="486679" y="3270905"/>
            <a:ext cx="2310581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수집</a:t>
            </a:r>
            <a:r>
              <a:rPr lang="en-US" altLang="ko-KR" dirty="0"/>
              <a:t>/</a:t>
            </a:r>
            <a:r>
              <a:rPr lang="ko-KR" altLang="en-US" dirty="0"/>
              <a:t>분석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A25933-F443-4788-A1DC-2C7AE2E7FF8F}"/>
              </a:ext>
            </a:extLst>
          </p:cNvPr>
          <p:cNvSpPr/>
          <p:nvPr/>
        </p:nvSpPr>
        <p:spPr>
          <a:xfrm>
            <a:off x="496280" y="3789483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검증하기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F9114E-8D19-4BB7-84FB-06F71EB3556B}"/>
              </a:ext>
            </a:extLst>
          </p:cNvPr>
          <p:cNvSpPr/>
          <p:nvPr/>
        </p:nvSpPr>
        <p:spPr>
          <a:xfrm>
            <a:off x="496280" y="4248731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비즈니스 관점 평가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439C16-D159-45DC-B29D-F7E5D39229D3}"/>
              </a:ext>
            </a:extLst>
          </p:cNvPr>
          <p:cNvSpPr/>
          <p:nvPr/>
        </p:nvSpPr>
        <p:spPr>
          <a:xfrm>
            <a:off x="486679" y="4700266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결론 도출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A324937-9BBA-4260-BF40-C4DC5040EAD1}"/>
              </a:ext>
            </a:extLst>
          </p:cNvPr>
          <p:cNvGrpSpPr/>
          <p:nvPr/>
        </p:nvGrpSpPr>
        <p:grpSpPr>
          <a:xfrm>
            <a:off x="4243620" y="2233749"/>
            <a:ext cx="4259491" cy="2297969"/>
            <a:chOff x="5077210" y="2430232"/>
            <a:chExt cx="4259491" cy="229796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3872EE-48FA-4B49-B1FB-B5EA2198F0D5}"/>
                </a:ext>
              </a:extLst>
            </p:cNvPr>
            <p:cNvSpPr txBox="1"/>
            <p:nvPr/>
          </p:nvSpPr>
          <p:spPr>
            <a:xfrm>
              <a:off x="5077210" y="2850764"/>
              <a:ext cx="4259491" cy="1877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19100" indent="-342900" algn="l">
                <a:buFont typeface="+mj-ea"/>
                <a:buAutoNum type="circleNumDbPlain"/>
              </a:pPr>
              <a:r>
                <a:rPr lang="ko-KR" altLang="en-US" sz="1600" b="1" dirty="0">
                  <a:latin typeface="+mn-lt"/>
                </a:rPr>
                <a:t>강한 상관계수</a:t>
              </a:r>
              <a:r>
                <a:rPr lang="en-US" altLang="ko-KR" sz="1600" b="1" dirty="0">
                  <a:latin typeface="+mn-lt"/>
                </a:rPr>
                <a:t> : 0.5 </a:t>
              </a:r>
              <a:r>
                <a:rPr lang="ko-KR" altLang="en-US" sz="2000" b="1" dirty="0"/>
                <a:t>≤ </a:t>
              </a:r>
              <a:r>
                <a:rPr lang="en-US" altLang="ko-KR" sz="1600" b="1" dirty="0"/>
                <a:t>|</a:t>
              </a:r>
              <a:r>
                <a:rPr lang="ko-KR" altLang="en-US" sz="1600" b="1" dirty="0"/>
                <a:t>상관계수</a:t>
              </a:r>
              <a:r>
                <a:rPr lang="en-US" altLang="ko-KR" sz="1600" b="1" dirty="0"/>
                <a:t>|</a:t>
              </a:r>
              <a:r>
                <a:rPr lang="en-US" altLang="ko-KR" sz="2000" b="1" dirty="0"/>
                <a:t> </a:t>
              </a:r>
              <a:r>
                <a:rPr lang="ko-KR" altLang="en-US" sz="1600" b="1" dirty="0"/>
                <a:t>≤ </a:t>
              </a:r>
              <a:r>
                <a:rPr lang="en-US" altLang="ko-KR" sz="1600" b="1" dirty="0"/>
                <a:t>1</a:t>
              </a:r>
              <a:endParaRPr lang="en-US" altLang="ko-KR" sz="1600" b="1" dirty="0">
                <a:latin typeface="+mn-lt"/>
              </a:endParaRPr>
            </a:p>
            <a:p>
              <a:pPr marL="419100" indent="-342900" algn="l">
                <a:buFont typeface="+mj-ea"/>
                <a:buAutoNum type="circleNumDbPlain"/>
              </a:pPr>
              <a:endParaRPr lang="en-US" altLang="ko-KR" sz="1600" b="1" dirty="0">
                <a:latin typeface="+mn-lt"/>
              </a:endParaRPr>
            </a:p>
            <a:p>
              <a:pPr marL="419100" indent="-342900" algn="l">
                <a:buFont typeface="+mj-ea"/>
                <a:buAutoNum type="circleNumDbPlain"/>
              </a:pPr>
              <a:r>
                <a:rPr lang="ko-KR" altLang="en-US" sz="1600" b="1" dirty="0">
                  <a:latin typeface="+mn-lt"/>
                </a:rPr>
                <a:t>유의수준</a:t>
              </a:r>
              <a:r>
                <a:rPr lang="en-US" altLang="ko-KR" sz="1600" b="1" dirty="0">
                  <a:latin typeface="+mn-lt"/>
                </a:rPr>
                <a:t> : </a:t>
              </a:r>
              <a:r>
                <a:rPr lang="en-US" altLang="ko-KR" sz="1600" b="1" dirty="0" err="1">
                  <a:latin typeface="+mn-lt"/>
                </a:rPr>
                <a:t>p_value</a:t>
              </a:r>
              <a:r>
                <a:rPr lang="en-US" altLang="ko-KR" sz="1600" b="1" dirty="0">
                  <a:latin typeface="+mn-lt"/>
                </a:rPr>
                <a:t> &lt; 0.05</a:t>
              </a:r>
            </a:p>
            <a:p>
              <a:pPr marL="76200" indent="0" algn="l">
                <a:buNone/>
              </a:pPr>
              <a:endParaRPr lang="en-US" altLang="ko-KR" sz="1600" b="1" i="0" dirty="0">
                <a:effectLst/>
                <a:latin typeface="+mn-lt"/>
              </a:endParaRPr>
            </a:p>
            <a:p>
              <a:pPr marL="76200" indent="0" algn="l">
                <a:buNone/>
              </a:pPr>
              <a:endParaRPr lang="en-US" altLang="ko-KR" sz="1600" b="1" i="0" dirty="0">
                <a:effectLst/>
                <a:latin typeface="+mn-lt"/>
              </a:endParaRPr>
            </a:p>
            <a:p>
              <a:pPr marL="76200" indent="0" algn="l">
                <a:buNone/>
              </a:pPr>
              <a:r>
                <a:rPr lang="ko-KR" altLang="en-US" sz="1600" b="1" i="0" dirty="0">
                  <a:effectLst/>
                  <a:latin typeface="+mn-lt"/>
                </a:rPr>
                <a:t>두 </a:t>
              </a:r>
              <a:r>
                <a:rPr lang="ko-KR" altLang="en-US" sz="1600" b="1" i="0" dirty="0" err="1">
                  <a:effectLst/>
                  <a:latin typeface="+mn-lt"/>
                </a:rPr>
                <a:t>변수간에</a:t>
              </a:r>
              <a:r>
                <a:rPr lang="ko-KR" altLang="en-US" sz="1600" b="1" i="0" dirty="0">
                  <a:effectLst/>
                  <a:latin typeface="+mn-lt"/>
                </a:rPr>
                <a:t> 관계가 있다고 판단</a:t>
              </a:r>
              <a:endParaRPr lang="en-US" altLang="ko-KR" sz="1600" b="1" dirty="0">
                <a:latin typeface="+mn-lt"/>
              </a:endParaRPr>
            </a:p>
            <a:p>
              <a:pPr marL="76200" indent="0" algn="l">
                <a:buNone/>
              </a:pPr>
              <a:r>
                <a:rPr lang="ko-KR" altLang="en-US" sz="1600" b="1" i="0" dirty="0">
                  <a:effectLst/>
                  <a:latin typeface="+mn-lt"/>
                </a:rPr>
                <a:t>가설검증</a:t>
              </a:r>
              <a:r>
                <a:rPr lang="en-US" altLang="ko-KR" sz="1600" b="1" dirty="0">
                  <a:latin typeface="+mn-lt"/>
                </a:rPr>
                <a:t> </a:t>
              </a:r>
              <a:r>
                <a:rPr lang="ko-KR" altLang="en-US" sz="1600" b="1" dirty="0">
                  <a:latin typeface="+mn-lt"/>
                </a:rPr>
                <a:t>완료</a:t>
              </a:r>
              <a:r>
                <a:rPr lang="en-US" altLang="ko-KR" sz="1600" b="1" dirty="0">
                  <a:latin typeface="+mn-lt"/>
                </a:rPr>
                <a:t>.</a:t>
              </a:r>
              <a:r>
                <a:rPr lang="ko-KR" altLang="en-US" sz="1600" b="1" i="0" dirty="0">
                  <a:effectLst/>
                  <a:latin typeface="+mn-lt"/>
                </a:rPr>
                <a:t> </a:t>
              </a:r>
              <a:endParaRPr lang="en-US" altLang="ko-KR" sz="1600" b="1" i="0" dirty="0">
                <a:effectLst/>
                <a:latin typeface="+mn-lt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FE0D1C3-F262-4C0C-86B2-99E1DFA0068D}"/>
                </a:ext>
              </a:extLst>
            </p:cNvPr>
            <p:cNvSpPr txBox="1"/>
            <p:nvPr/>
          </p:nvSpPr>
          <p:spPr>
            <a:xfrm>
              <a:off x="5077210" y="2430232"/>
              <a:ext cx="42594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61950" indent="-285750" algn="l">
                <a:buFont typeface="Wingdings" panose="05000000000000000000" pitchFamily="2" charset="2"/>
                <a:buChar char="§"/>
              </a:pPr>
              <a:r>
                <a:rPr lang="ko-KR" altLang="en-US" sz="1600" b="1" i="0" dirty="0" err="1">
                  <a:effectLst/>
                  <a:latin typeface="+mn-lt"/>
                </a:rPr>
                <a:t>이변량</a:t>
              </a:r>
              <a:r>
                <a:rPr lang="ko-KR" altLang="en-US" sz="1600" b="1" i="0" dirty="0">
                  <a:effectLst/>
                  <a:latin typeface="+mn-lt"/>
                </a:rPr>
                <a:t> 분석</a:t>
              </a:r>
              <a:endParaRPr lang="en-US" altLang="ko-KR" sz="1600" b="1" i="0" dirty="0">
                <a:effectLst/>
                <a:latin typeface="+mn-lt"/>
              </a:endParaRPr>
            </a:p>
          </p:txBody>
        </p:sp>
      </p:grp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4A9F8A6-8517-4DD0-A840-BDC6EA715EFD}"/>
              </a:ext>
            </a:extLst>
          </p:cNvPr>
          <p:cNvCxnSpPr>
            <a:cxnSpLocks/>
          </p:cNvCxnSpPr>
          <p:nvPr/>
        </p:nvCxnSpPr>
        <p:spPr>
          <a:xfrm>
            <a:off x="2991394" y="3958050"/>
            <a:ext cx="9535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57;p11">
            <a:extLst>
              <a:ext uri="{FF2B5EF4-FFF2-40B4-BE49-F238E27FC236}">
                <a16:creationId xmlns:a16="http://schemas.microsoft.com/office/drawing/2014/main" id="{34CD4AB1-BA60-4649-848B-04E6BDBB9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6B0FC124-A4FF-4278-A131-899A3B896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가설 검증하기</a:t>
            </a:r>
            <a:endParaRPr lang="en-US" altLang="ko-KR" b="1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531097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9F6F75-A763-43C3-AC9B-AE5754BA9F4F}"/>
              </a:ext>
            </a:extLst>
          </p:cNvPr>
          <p:cNvSpPr/>
          <p:nvPr/>
        </p:nvSpPr>
        <p:spPr>
          <a:xfrm>
            <a:off x="486680" y="2233749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비즈니스 문제 정의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708690-00BE-45DF-90FC-4E428443BB46}"/>
              </a:ext>
            </a:extLst>
          </p:cNvPr>
          <p:cNvSpPr/>
          <p:nvPr/>
        </p:nvSpPr>
        <p:spPr>
          <a:xfrm>
            <a:off x="486680" y="2752327"/>
            <a:ext cx="23105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수립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5E4415-D273-4E9A-A1CB-DD1170D2818E}"/>
              </a:ext>
            </a:extLst>
          </p:cNvPr>
          <p:cNvSpPr/>
          <p:nvPr/>
        </p:nvSpPr>
        <p:spPr>
          <a:xfrm>
            <a:off x="486679" y="3270905"/>
            <a:ext cx="2310581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수집</a:t>
            </a:r>
            <a:r>
              <a:rPr lang="en-US" altLang="ko-KR" dirty="0"/>
              <a:t>/</a:t>
            </a:r>
            <a:r>
              <a:rPr lang="ko-KR" altLang="en-US" dirty="0"/>
              <a:t>분석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553FF9-27C1-49AA-B28D-EF1437CC910E}"/>
              </a:ext>
            </a:extLst>
          </p:cNvPr>
          <p:cNvSpPr/>
          <p:nvPr/>
        </p:nvSpPr>
        <p:spPr>
          <a:xfrm>
            <a:off x="496280" y="3789483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가설 검증하기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A46A45-B345-464D-B3E5-6B9974FEE422}"/>
              </a:ext>
            </a:extLst>
          </p:cNvPr>
          <p:cNvSpPr/>
          <p:nvPr/>
        </p:nvSpPr>
        <p:spPr>
          <a:xfrm>
            <a:off x="496280" y="4248731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비즈니스 관점 평가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326FF7-B8E1-41BF-9E98-11D364A823D2}"/>
              </a:ext>
            </a:extLst>
          </p:cNvPr>
          <p:cNvSpPr/>
          <p:nvPr/>
        </p:nvSpPr>
        <p:spPr>
          <a:xfrm>
            <a:off x="486679" y="4700266"/>
            <a:ext cx="23009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결론 도출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EB29B2-CEC1-43C5-B574-A32F4882774E}"/>
              </a:ext>
            </a:extLst>
          </p:cNvPr>
          <p:cNvCxnSpPr>
            <a:cxnSpLocks/>
          </p:cNvCxnSpPr>
          <p:nvPr/>
        </p:nvCxnSpPr>
        <p:spPr>
          <a:xfrm>
            <a:off x="2991394" y="4402192"/>
            <a:ext cx="9535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57;p11">
            <a:extLst>
              <a:ext uri="{FF2B5EF4-FFF2-40B4-BE49-F238E27FC236}">
                <a16:creationId xmlns:a16="http://schemas.microsoft.com/office/drawing/2014/main" id="{32A17C5E-2B55-431E-BDA6-089A4FCAD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E7AAEA2D-B241-47FF-8251-BC5CEF2E5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비즈니스 관점 평가</a:t>
            </a:r>
            <a:endParaRPr lang="en-US" altLang="ko-KR" b="1" i="0" dirty="0">
              <a:effectLst/>
              <a:latin typeface="system-u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41FD5E-8BEE-4371-AE0C-4A17FFAED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117" y="1694151"/>
            <a:ext cx="4064357" cy="430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96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7;p11">
            <a:extLst>
              <a:ext uri="{FF2B5EF4-FFF2-40B4-BE49-F238E27FC236}">
                <a16:creationId xmlns:a16="http://schemas.microsoft.com/office/drawing/2014/main" id="{F6884E80-6B9D-4E3B-B0D5-0B58C0EB2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검증 과정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C1DE2D5C-00D1-4592-B9BF-5D6545A6D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612" y="1338453"/>
            <a:ext cx="8740142" cy="552932"/>
          </a:xfrm>
        </p:spPr>
        <p:txBody>
          <a:bodyPr/>
          <a:lstStyle/>
          <a:p>
            <a:r>
              <a:rPr lang="ko-KR" altLang="en-US" b="1" i="0" dirty="0">
                <a:effectLst/>
                <a:latin typeface="system-ui"/>
              </a:rPr>
              <a:t>결론 도출</a:t>
            </a:r>
            <a:endParaRPr lang="en-US" altLang="ko-KR" b="1" i="0" dirty="0">
              <a:effectLst/>
              <a:latin typeface="system-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5247E7-AA40-4E8C-AF12-4140C384A0C8}"/>
              </a:ext>
            </a:extLst>
          </p:cNvPr>
          <p:cNvSpPr txBox="1"/>
          <p:nvPr/>
        </p:nvSpPr>
        <p:spPr>
          <a:xfrm>
            <a:off x="316295" y="2153375"/>
            <a:ext cx="4503388" cy="1522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619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effectLst/>
                <a:latin typeface="system-ui"/>
              </a:rPr>
              <a:t>가설</a:t>
            </a:r>
          </a:p>
          <a:p>
            <a:pPr algn="l">
              <a:lnSpc>
                <a:spcPct val="150000"/>
              </a:lnSpc>
            </a:pPr>
            <a:r>
              <a:rPr lang="en-US" altLang="ko-KR" sz="1600" b="1" i="0" dirty="0">
                <a:effectLst/>
                <a:latin typeface="+mn-lt"/>
              </a:rPr>
              <a:t>1. </a:t>
            </a:r>
            <a:r>
              <a:rPr lang="ko-KR" altLang="en-US" sz="1600" b="1" i="0" dirty="0">
                <a:effectLst/>
                <a:latin typeface="+mn-lt"/>
              </a:rPr>
              <a:t>택시운송업이 있는 곳은 노선수가 적다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600" b="1" i="0" dirty="0">
                <a:effectLst/>
                <a:latin typeface="+mn-lt"/>
              </a:rPr>
              <a:t>2. </a:t>
            </a:r>
            <a:r>
              <a:rPr lang="ko-KR" altLang="en-US" sz="1600" b="1" i="0" dirty="0">
                <a:effectLst/>
                <a:latin typeface="+mn-lt"/>
              </a:rPr>
              <a:t>택시운송업이 많은 지역은 총 승객수가 적다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600" b="1" i="0" dirty="0">
                <a:effectLst/>
                <a:latin typeface="+mn-lt"/>
              </a:rPr>
              <a:t>3. </a:t>
            </a:r>
            <a:r>
              <a:rPr lang="ko-KR" altLang="en-US" sz="1600" b="1" i="0" dirty="0">
                <a:effectLst/>
                <a:latin typeface="+mn-lt"/>
              </a:rPr>
              <a:t>총 승객수가 많으면 노선수가 많다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8C01BF-36E4-4051-A744-F07CE8113E3A}"/>
              </a:ext>
            </a:extLst>
          </p:cNvPr>
          <p:cNvSpPr txBox="1"/>
          <p:nvPr/>
        </p:nvSpPr>
        <p:spPr>
          <a:xfrm>
            <a:off x="4093" y="4400987"/>
            <a:ext cx="4994474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200" algn="l">
              <a:lnSpc>
                <a:spcPct val="150000"/>
              </a:lnSpc>
            </a:pPr>
            <a:endParaRPr lang="en-US" altLang="ko-KR" sz="1600" b="1" i="0" dirty="0">
              <a:effectLst/>
              <a:latin typeface="system-ui"/>
            </a:endParaRPr>
          </a:p>
          <a:p>
            <a:pPr marL="3619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effectLst/>
                <a:latin typeface="system-ui"/>
              </a:rPr>
              <a:t>결론</a:t>
            </a:r>
            <a:r>
              <a:rPr lang="en-US" altLang="ko-KR" sz="1600" b="1" i="0" dirty="0">
                <a:effectLst/>
                <a:latin typeface="system-ui"/>
              </a:rPr>
              <a:t>1: </a:t>
            </a:r>
            <a:r>
              <a:rPr lang="ko-KR" altLang="en-US" sz="1600" b="1" i="0" dirty="0">
                <a:effectLst/>
                <a:latin typeface="system-ui"/>
              </a:rPr>
              <a:t>가설 </a:t>
            </a:r>
            <a:r>
              <a:rPr lang="en-US" altLang="ko-KR" sz="1600" b="1" i="0" dirty="0">
                <a:effectLst/>
                <a:latin typeface="system-ui"/>
              </a:rPr>
              <a:t>1~3</a:t>
            </a:r>
            <a:r>
              <a:rPr lang="ko-KR" altLang="en-US" sz="1600" b="1" i="0" dirty="0">
                <a:effectLst/>
                <a:latin typeface="system-ui"/>
              </a:rPr>
              <a:t>의 택시운송업이 많은 곳에 노선을 추가하지 않는다</a:t>
            </a:r>
            <a:r>
              <a:rPr lang="en-US" altLang="ko-KR" sz="1600" b="1" i="0" dirty="0">
                <a:effectLst/>
                <a:latin typeface="system-ui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5B3DD6-399C-4E66-A009-15BC01751E48}"/>
              </a:ext>
            </a:extLst>
          </p:cNvPr>
          <p:cNvSpPr txBox="1"/>
          <p:nvPr/>
        </p:nvSpPr>
        <p:spPr>
          <a:xfrm>
            <a:off x="5177450" y="2128622"/>
            <a:ext cx="4503388" cy="2260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b="1" i="0" dirty="0">
                <a:effectLst/>
                <a:latin typeface="+mn-lt"/>
              </a:rPr>
              <a:t>4. </a:t>
            </a:r>
            <a:r>
              <a:rPr lang="ko-KR" altLang="en-US" sz="1600" b="1" i="0" dirty="0">
                <a:effectLst/>
                <a:latin typeface="+mn-lt"/>
              </a:rPr>
              <a:t>한식 육류 전문점은 한식 일반 음식점</a:t>
            </a:r>
            <a:r>
              <a:rPr lang="en-US" altLang="ko-KR" sz="1600" b="1" i="0" dirty="0">
                <a:effectLst/>
                <a:latin typeface="+mn-lt"/>
              </a:rPr>
              <a:t>, </a:t>
            </a:r>
            <a:r>
              <a:rPr lang="ko-KR" altLang="en-US" sz="1600" b="1" i="0" dirty="0">
                <a:effectLst/>
                <a:latin typeface="+mn-lt"/>
              </a:rPr>
              <a:t>부동산 중개 및 대리업</a:t>
            </a:r>
            <a:r>
              <a:rPr lang="en-US" altLang="ko-KR" sz="1600" b="1" i="0" dirty="0">
                <a:effectLst/>
                <a:latin typeface="+mn-lt"/>
              </a:rPr>
              <a:t>, </a:t>
            </a:r>
            <a:r>
              <a:rPr lang="ko-KR" altLang="en-US" sz="1600" b="1" i="0" dirty="0">
                <a:effectLst/>
                <a:latin typeface="+mn-lt"/>
              </a:rPr>
              <a:t>두발미용</a:t>
            </a:r>
            <a:r>
              <a:rPr lang="en-US" altLang="ko-KR" sz="1600" b="1" i="0" dirty="0">
                <a:effectLst/>
                <a:latin typeface="+mn-lt"/>
              </a:rPr>
              <a:t>, </a:t>
            </a:r>
            <a:r>
              <a:rPr lang="ko-KR" altLang="en-US" sz="1600" b="1" i="0" dirty="0">
                <a:effectLst/>
                <a:latin typeface="+mn-lt"/>
              </a:rPr>
              <a:t>커피전문점의 대표성을 가진다</a:t>
            </a:r>
            <a:r>
              <a:rPr lang="en-US" altLang="ko-KR" sz="1600" b="1" i="0" dirty="0">
                <a:effectLst/>
                <a:latin typeface="+mn-lt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600" b="1" i="0" dirty="0">
                <a:effectLst/>
                <a:latin typeface="+mn-lt"/>
              </a:rPr>
              <a:t>5. </a:t>
            </a:r>
            <a:r>
              <a:rPr lang="ko-KR" altLang="en-US" sz="1600" b="1" i="0" dirty="0" err="1">
                <a:effectLst/>
                <a:latin typeface="+mn-lt"/>
              </a:rPr>
              <a:t>한식육류요리</a:t>
            </a:r>
            <a:r>
              <a:rPr lang="ko-KR" altLang="en-US" sz="1600" b="1" i="0" dirty="0">
                <a:effectLst/>
                <a:latin typeface="+mn-lt"/>
              </a:rPr>
              <a:t> 전문점은 총이동인구와 관련이 있다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600" b="1" i="0" dirty="0">
                <a:effectLst/>
                <a:latin typeface="+mn-lt"/>
              </a:rPr>
              <a:t>6. </a:t>
            </a:r>
            <a:r>
              <a:rPr lang="ko-KR" altLang="en-US" sz="1600" b="1" i="0" dirty="0">
                <a:effectLst/>
                <a:latin typeface="+mn-lt"/>
              </a:rPr>
              <a:t>총이동인구 수는 총 승객수와 관련이 있다</a:t>
            </a:r>
            <a:r>
              <a:rPr lang="en-US" altLang="ko-KR" sz="1600" b="1" i="0" dirty="0">
                <a:effectLst/>
                <a:latin typeface="+mn-lt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E4647B-9FEA-45B0-A6AA-7E45ABCBD4AF}"/>
              </a:ext>
            </a:extLst>
          </p:cNvPr>
          <p:cNvSpPr txBox="1"/>
          <p:nvPr/>
        </p:nvSpPr>
        <p:spPr>
          <a:xfrm>
            <a:off x="4953000" y="4374676"/>
            <a:ext cx="4994474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200" algn="l">
              <a:lnSpc>
                <a:spcPct val="150000"/>
              </a:lnSpc>
            </a:pPr>
            <a:endParaRPr lang="en-US" altLang="ko-KR" sz="1600" b="1" i="0" dirty="0">
              <a:effectLst/>
              <a:latin typeface="system-ui"/>
            </a:endParaRPr>
          </a:p>
          <a:p>
            <a:pPr marL="3619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effectLst/>
                <a:latin typeface="system-ui"/>
              </a:rPr>
              <a:t>결론</a:t>
            </a:r>
            <a:r>
              <a:rPr lang="en-US" altLang="ko-KR" sz="1600" b="1" i="0" dirty="0">
                <a:effectLst/>
                <a:latin typeface="system-ui"/>
              </a:rPr>
              <a:t>2: </a:t>
            </a:r>
            <a:r>
              <a:rPr lang="ko-KR" altLang="en-US" sz="1600" b="1" i="0" dirty="0">
                <a:effectLst/>
                <a:latin typeface="system-ui"/>
              </a:rPr>
              <a:t>가설 </a:t>
            </a:r>
            <a:r>
              <a:rPr lang="en-US" altLang="ko-KR" sz="1600" b="1" i="0" dirty="0">
                <a:effectLst/>
                <a:latin typeface="system-ui"/>
              </a:rPr>
              <a:t>4~6</a:t>
            </a:r>
            <a:r>
              <a:rPr lang="ko-KR" altLang="en-US" sz="1600" b="1" i="0" dirty="0">
                <a:effectLst/>
                <a:latin typeface="system-ui"/>
              </a:rPr>
              <a:t>의 한식 육류요리 전문점이 많은 곳에 노선을 추가한다</a:t>
            </a:r>
            <a:r>
              <a:rPr lang="en-US" altLang="ko-KR" sz="1600" b="1" i="0" dirty="0">
                <a:effectLst/>
                <a:latin typeface="system-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6332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분석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7E90B1-FCBF-40AC-BF13-728B845A9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386" y="1996204"/>
            <a:ext cx="6887227" cy="183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3E5A1D-29D5-43F2-A6CF-DEC62A1C9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930" y="3945887"/>
            <a:ext cx="4839723" cy="240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7F1208-F467-4986-B376-D7002D5B26AA}"/>
              </a:ext>
            </a:extLst>
          </p:cNvPr>
          <p:cNvSpPr txBox="1"/>
          <p:nvPr/>
        </p:nvSpPr>
        <p:spPr>
          <a:xfrm>
            <a:off x="281814" y="1287100"/>
            <a:ext cx="49603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system-ui"/>
              </a:rPr>
              <a:t>택시 운송업이 적은 곳은 노선수가 많은 경향을 보인다</a:t>
            </a:r>
            <a:r>
              <a:rPr lang="en-US" altLang="ko-KR" b="0" i="0" dirty="0">
                <a:effectLst/>
                <a:latin typeface="system-ui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system-ui"/>
              </a:rPr>
              <a:t>택시 운송업이 많은 곳은 추가 노선에서 제외한다</a:t>
            </a:r>
            <a:r>
              <a:rPr lang="en-US" altLang="ko-KR" b="0" i="0" dirty="0">
                <a:effectLst/>
                <a:latin typeface="system-ui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system-ui"/>
              </a:rPr>
              <a:t> </a:t>
            </a:r>
            <a:r>
              <a:rPr lang="ko-KR" altLang="en-US" dirty="0">
                <a:latin typeface="system-ui"/>
              </a:rPr>
              <a:t>또한</a:t>
            </a:r>
            <a:r>
              <a:rPr lang="en-US" altLang="ko-KR" dirty="0">
                <a:latin typeface="system-ui"/>
              </a:rPr>
              <a:t>, </a:t>
            </a:r>
            <a:r>
              <a:rPr lang="ko-KR" altLang="en-US" dirty="0">
                <a:latin typeface="system-ui"/>
              </a:rPr>
              <a:t>이미 노선수가 많은 곳도 제외한다</a:t>
            </a:r>
            <a:r>
              <a:rPr lang="en-US" altLang="ko-KR" dirty="0">
                <a:latin typeface="system-ui"/>
              </a:rPr>
              <a:t>. </a:t>
            </a:r>
            <a:endParaRPr lang="en-US" altLang="ko-KR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50055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87498B5-9B1D-40E7-BE39-404A9AFE1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55" y="1919390"/>
            <a:ext cx="7425847" cy="197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4D91E9D-E904-49FA-B19E-2E3BC7C7E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15" y="3893500"/>
            <a:ext cx="4946905" cy="245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7F3742-C3EC-4BE6-8A8E-8D9A00140248}"/>
              </a:ext>
            </a:extLst>
          </p:cNvPr>
          <p:cNvSpPr txBox="1"/>
          <p:nvPr/>
        </p:nvSpPr>
        <p:spPr>
          <a:xfrm>
            <a:off x="432620" y="1289757"/>
            <a:ext cx="797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system-ui"/>
              </a:rPr>
              <a:t>한식 육류요리 전문점이 많으면 노선수가 많다</a:t>
            </a:r>
            <a:r>
              <a:rPr lang="en-US" altLang="ko-KR" b="0" i="0" dirty="0">
                <a:effectLst/>
                <a:latin typeface="system-ui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system-ui"/>
              </a:rPr>
              <a:t>그러므로</a:t>
            </a:r>
            <a:r>
              <a:rPr lang="en-US" altLang="ko-KR" b="0" i="0" dirty="0">
                <a:effectLst/>
                <a:latin typeface="system-ui"/>
              </a:rPr>
              <a:t>, </a:t>
            </a:r>
            <a:r>
              <a:rPr lang="ko-KR" altLang="en-US" b="0" i="0" dirty="0">
                <a:effectLst/>
                <a:latin typeface="system-ui"/>
              </a:rPr>
              <a:t>한식 육류요리 전문점이 많고 노선이 적은 곳에 추가하는 것이 타당하다</a:t>
            </a:r>
          </a:p>
        </p:txBody>
      </p:sp>
      <p:sp>
        <p:nvSpPr>
          <p:cNvPr id="5" name="Google Shape;57;p11">
            <a:extLst>
              <a:ext uri="{FF2B5EF4-FFF2-40B4-BE49-F238E27FC236}">
                <a16:creationId xmlns:a16="http://schemas.microsoft.com/office/drawing/2014/main" id="{2A5CFB6A-8C69-4CBB-9D4B-D93FDDC25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20" y="510866"/>
            <a:ext cx="8792344" cy="59035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ko-KR" altLang="en-US" dirty="0"/>
              <a:t>가설 분석 </a:t>
            </a:r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566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9BBE-656E-43FD-99DD-FC932D16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E3E1DE-666F-4B75-B67D-4363C36A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29" y="1877072"/>
            <a:ext cx="8740142" cy="2395487"/>
          </a:xfrm>
        </p:spPr>
        <p:txBody>
          <a:bodyPr/>
          <a:lstStyle/>
          <a:p>
            <a:pPr marL="76200" indent="0" algn="l">
              <a:buNone/>
            </a:pPr>
            <a:r>
              <a:rPr lang="ko-KR" altLang="en-US" dirty="0">
                <a:latin typeface="system-ui"/>
              </a:rPr>
              <a:t>분석</a:t>
            </a:r>
            <a:r>
              <a:rPr lang="en-US" altLang="ko-KR" dirty="0">
                <a:latin typeface="system-ui"/>
              </a:rPr>
              <a:t>1 : </a:t>
            </a:r>
            <a:r>
              <a:rPr lang="ko-KR" altLang="en-US" b="0" i="0" dirty="0">
                <a:effectLst/>
                <a:latin typeface="system-ui"/>
              </a:rPr>
              <a:t>광진구</a:t>
            </a:r>
            <a:endParaRPr lang="en-US" altLang="ko-KR" b="0" i="0" dirty="0">
              <a:effectLst/>
              <a:latin typeface="system-ui"/>
            </a:endParaRPr>
          </a:p>
          <a:p>
            <a:pPr marL="76200" indent="0" algn="l">
              <a:buNone/>
            </a:pPr>
            <a:endParaRPr lang="en-US" altLang="ko-KR" dirty="0">
              <a:latin typeface="system-ui"/>
            </a:endParaRPr>
          </a:p>
          <a:p>
            <a:pPr marL="76200" indent="0" algn="l">
              <a:buNone/>
            </a:pPr>
            <a:r>
              <a:rPr lang="ko-KR" altLang="en-US" b="0" i="0" dirty="0">
                <a:effectLst/>
                <a:latin typeface="system-ui"/>
              </a:rPr>
              <a:t>분석</a:t>
            </a:r>
            <a:r>
              <a:rPr lang="en-US" altLang="ko-KR" b="0" i="0" dirty="0">
                <a:effectLst/>
                <a:latin typeface="system-ui"/>
              </a:rPr>
              <a:t>2 : </a:t>
            </a:r>
            <a:r>
              <a:rPr lang="ko-KR" altLang="en-US" b="0" i="0" dirty="0">
                <a:effectLst/>
                <a:latin typeface="system-ui"/>
              </a:rPr>
              <a:t>강남구</a:t>
            </a:r>
            <a:r>
              <a:rPr lang="en-US" altLang="ko-KR" b="0" i="0" dirty="0">
                <a:effectLst/>
                <a:latin typeface="system-ui"/>
              </a:rPr>
              <a:t>, </a:t>
            </a:r>
            <a:r>
              <a:rPr lang="ko-KR" altLang="en-US" b="0" i="0" dirty="0">
                <a:effectLst/>
                <a:latin typeface="system-ui"/>
              </a:rPr>
              <a:t>강동구</a:t>
            </a:r>
            <a:r>
              <a:rPr lang="en-US" altLang="ko-KR" b="0" i="0" dirty="0">
                <a:effectLst/>
                <a:latin typeface="system-ui"/>
              </a:rPr>
              <a:t>, </a:t>
            </a:r>
            <a:r>
              <a:rPr lang="ko-KR" altLang="en-US" b="0" i="0" dirty="0">
                <a:effectLst/>
                <a:latin typeface="system-ui"/>
              </a:rPr>
              <a:t>강서구</a:t>
            </a:r>
            <a:r>
              <a:rPr lang="en-US" altLang="ko-KR" b="0" i="0" dirty="0">
                <a:effectLst/>
                <a:latin typeface="system-ui"/>
              </a:rPr>
              <a:t>, </a:t>
            </a:r>
            <a:r>
              <a:rPr lang="ko-KR" altLang="en-US" b="0" i="0" dirty="0">
                <a:effectLst/>
                <a:latin typeface="system-ui"/>
              </a:rPr>
              <a:t>송파구</a:t>
            </a:r>
            <a:r>
              <a:rPr lang="en-US" altLang="ko-KR" b="0" i="0" dirty="0">
                <a:effectLst/>
                <a:latin typeface="system-ui"/>
              </a:rPr>
              <a:t>, </a:t>
            </a:r>
            <a:r>
              <a:rPr lang="ko-KR" altLang="en-US" b="0" i="0" dirty="0">
                <a:effectLst/>
                <a:latin typeface="system-ui"/>
              </a:rPr>
              <a:t>광진구</a:t>
            </a:r>
            <a:endParaRPr lang="en-US" altLang="ko-KR" b="0" i="0" dirty="0">
              <a:effectLst/>
              <a:latin typeface="system-ui"/>
            </a:endParaRPr>
          </a:p>
          <a:p>
            <a:pPr marL="76200" indent="0" algn="l">
              <a:buNone/>
            </a:pPr>
            <a:endParaRPr lang="en-US" altLang="ko-KR" dirty="0">
              <a:latin typeface="system-ui"/>
            </a:endParaRPr>
          </a:p>
          <a:p>
            <a:pPr marL="76200" indent="0" algn="l">
              <a:buNone/>
            </a:pPr>
            <a:r>
              <a:rPr lang="ko-KR" altLang="en-US" b="0" i="0" dirty="0">
                <a:effectLst/>
                <a:latin typeface="system-ui"/>
              </a:rPr>
              <a:t>결론</a:t>
            </a:r>
            <a:r>
              <a:rPr lang="en-US" altLang="ko-KR" dirty="0">
                <a:latin typeface="system-ui"/>
              </a:rPr>
              <a:t> : </a:t>
            </a:r>
            <a:r>
              <a:rPr lang="ko-KR" altLang="en-US" dirty="0">
                <a:latin typeface="system-ui"/>
              </a:rPr>
              <a:t>광진구</a:t>
            </a:r>
            <a:endParaRPr lang="en-US" altLang="ko-KR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937732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61AA2C327A4324587CA5B8F932705FD" ma:contentTypeVersion="16" ma:contentTypeDescription="새 문서를 만듭니다." ma:contentTypeScope="" ma:versionID="e9974894dc087bc702e39d51fac416ef">
  <xsd:schema xmlns:xsd="http://www.w3.org/2001/XMLSchema" xmlns:xs="http://www.w3.org/2001/XMLSchema" xmlns:p="http://schemas.microsoft.com/office/2006/metadata/properties" xmlns:ns2="1857a468-9f2d-455b-8425-136ceb0ac253" xmlns:ns3="9114dcef-bd0d-459c-b9d7-fc63398cdbee" targetNamespace="http://schemas.microsoft.com/office/2006/metadata/properties" ma:root="true" ma:fieldsID="41cd493e84cfcb347ae251f59b06abf5" ns2:_="" ns3:_="">
    <xsd:import namespace="1857a468-9f2d-455b-8425-136ceb0ac253"/>
    <xsd:import namespace="9114dcef-bd0d-459c-b9d7-fc63398cdb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57a468-9f2d-455b-8425-136ceb0ac2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dcef-bd0d-459c-b9d7-fc63398cdbe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4c65a67-eaa7-4f9d-a1f2-c1ec469a375d}" ma:internalName="TaxCatchAll" ma:showField="CatchAllData" ma:web="9114dcef-bd0d-459c-b9d7-fc63398cdb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14dcef-bd0d-459c-b9d7-fc63398cdbee" xsi:nil="true"/>
    <lcf76f155ced4ddcb4097134ff3c332f xmlns="1857a468-9f2d-455b-8425-136ceb0ac25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6EF508-D20F-4E71-BEC7-654E794409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57a468-9f2d-455b-8425-136ceb0ac253"/>
    <ds:schemaRef ds:uri="9114dcef-bd0d-459c-b9d7-fc63398cd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346C0-FD9A-46CA-AF79-84AA2FDAD92D}">
  <ds:schemaRefs>
    <ds:schemaRef ds:uri="http://schemas.microsoft.com/office/2006/metadata/properties"/>
    <ds:schemaRef ds:uri="http://schemas.microsoft.com/office/infopath/2007/PartnerControls"/>
    <ds:schemaRef ds:uri="9114dcef-bd0d-459c-b9d7-fc63398cdbee"/>
    <ds:schemaRef ds:uri="1857a468-9f2d-455b-8425-136ceb0ac253"/>
  </ds:schemaRefs>
</ds:datastoreItem>
</file>

<file path=customXml/itemProps3.xml><?xml version="1.0" encoding="utf-8"?>
<ds:datastoreItem xmlns:ds="http://schemas.openxmlformats.org/officeDocument/2006/customXml" ds:itemID="{F427113D-FA5B-45F4-9DD1-5DC9FEA8C8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709</Words>
  <Application>Microsoft Office PowerPoint</Application>
  <PresentationFormat>A4 용지(210x297mm)</PresentationFormat>
  <Paragraphs>137</Paragraphs>
  <Slides>24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Noto Sans Symbols</vt:lpstr>
      <vt:lpstr>system-ui</vt:lpstr>
      <vt:lpstr>Malgun Gothic</vt:lpstr>
      <vt:lpstr>Malgun Gothic</vt:lpstr>
      <vt:lpstr>Arial</vt:lpstr>
      <vt:lpstr>Calibri</vt:lpstr>
      <vt:lpstr>Wingdings</vt:lpstr>
      <vt:lpstr>Office 테마</vt:lpstr>
      <vt:lpstr>PowerPoint 프레젠테이션</vt:lpstr>
      <vt:lpstr>가설 수립</vt:lpstr>
      <vt:lpstr>단변량 분석</vt:lpstr>
      <vt:lpstr>단변량 분석</vt:lpstr>
      <vt:lpstr>단변량 분석</vt:lpstr>
      <vt:lpstr>단변량 분석</vt:lpstr>
      <vt:lpstr>단변량 분석</vt:lpstr>
      <vt:lpstr>이변량 분석</vt:lpstr>
      <vt:lpstr>이변량 분석</vt:lpstr>
      <vt:lpstr>이변량 분석</vt:lpstr>
      <vt:lpstr>이변량 분석</vt:lpstr>
      <vt:lpstr>이변량 분석</vt:lpstr>
      <vt:lpstr>이변량 분석</vt:lpstr>
      <vt:lpstr>이변량 분석</vt:lpstr>
      <vt:lpstr>가설 검증 과정</vt:lpstr>
      <vt:lpstr>가설 검증 과정</vt:lpstr>
      <vt:lpstr>가설 검증 과정</vt:lpstr>
      <vt:lpstr>가설 검증 과정</vt:lpstr>
      <vt:lpstr>가설 검증 과정</vt:lpstr>
      <vt:lpstr>가설 검증 과정</vt:lpstr>
      <vt:lpstr>가설 분석 1</vt:lpstr>
      <vt:lpstr>가설 분석 2</vt:lpstr>
      <vt:lpstr>결론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이예주</cp:lastModifiedBy>
  <cp:revision>35</cp:revision>
  <dcterms:modified xsi:type="dcterms:W3CDTF">2024-09-25T06:54:31Z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0x010100661AA2C327A4324587CA5B8F932705FD</vt:lpwstr>
  </property>
</Properties>
</file>